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 id="2147483688" r:id="rId5"/>
  </p:sldMasterIdLst>
  <p:notesMasterIdLst>
    <p:notesMasterId r:id="rId28"/>
  </p:notesMasterIdLst>
  <p:handoutMasterIdLst>
    <p:handoutMasterId r:id="rId29"/>
  </p:handoutMasterIdLst>
  <p:sldIdLst>
    <p:sldId id="312" r:id="rId6"/>
    <p:sldId id="259" r:id="rId7"/>
    <p:sldId id="281" r:id="rId8"/>
    <p:sldId id="285" r:id="rId9"/>
    <p:sldId id="286" r:id="rId10"/>
    <p:sldId id="298" r:id="rId11"/>
    <p:sldId id="299" r:id="rId12"/>
    <p:sldId id="306" r:id="rId13"/>
    <p:sldId id="307" r:id="rId14"/>
    <p:sldId id="304" r:id="rId15"/>
    <p:sldId id="305" r:id="rId16"/>
    <p:sldId id="302" r:id="rId17"/>
    <p:sldId id="303" r:id="rId18"/>
    <p:sldId id="300" r:id="rId19"/>
    <p:sldId id="301" r:id="rId20"/>
    <p:sldId id="308" r:id="rId21"/>
    <p:sldId id="309" r:id="rId22"/>
    <p:sldId id="310" r:id="rId23"/>
    <p:sldId id="292" r:id="rId24"/>
    <p:sldId id="311" r:id="rId25"/>
    <p:sldId id="294" r:id="rId26"/>
    <p:sldId id="295" r:id="rId27"/>
  </p:sldIdLst>
  <p:sldSz cx="30230763" cy="17419638"/>
  <p:notesSz cx="7315200" cy="9601200"/>
  <p:defaultTextStyle>
    <a:defPPr>
      <a:defRPr lang="en-US"/>
    </a:defPPr>
    <a:lvl1pPr marL="0" algn="l" defTabSz="2722809" rtl="0" eaLnBrk="1" latinLnBrk="0" hangingPunct="1">
      <a:defRPr sz="5360" kern="1200">
        <a:solidFill>
          <a:schemeClr val="tx1"/>
        </a:solidFill>
        <a:latin typeface="+mn-lt"/>
        <a:ea typeface="+mn-ea"/>
        <a:cs typeface="+mn-cs"/>
      </a:defRPr>
    </a:lvl1pPr>
    <a:lvl2pPr marL="1361404" algn="l" defTabSz="2722809" rtl="0" eaLnBrk="1" latinLnBrk="0" hangingPunct="1">
      <a:defRPr sz="5360" kern="1200">
        <a:solidFill>
          <a:schemeClr val="tx1"/>
        </a:solidFill>
        <a:latin typeface="+mn-lt"/>
        <a:ea typeface="+mn-ea"/>
        <a:cs typeface="+mn-cs"/>
      </a:defRPr>
    </a:lvl2pPr>
    <a:lvl3pPr marL="2722809" algn="l" defTabSz="2722809" rtl="0" eaLnBrk="1" latinLnBrk="0" hangingPunct="1">
      <a:defRPr sz="5360" kern="1200">
        <a:solidFill>
          <a:schemeClr val="tx1"/>
        </a:solidFill>
        <a:latin typeface="+mn-lt"/>
        <a:ea typeface="+mn-ea"/>
        <a:cs typeface="+mn-cs"/>
      </a:defRPr>
    </a:lvl3pPr>
    <a:lvl4pPr marL="4084213" algn="l" defTabSz="2722809" rtl="0" eaLnBrk="1" latinLnBrk="0" hangingPunct="1">
      <a:defRPr sz="5360" kern="1200">
        <a:solidFill>
          <a:schemeClr val="tx1"/>
        </a:solidFill>
        <a:latin typeface="+mn-lt"/>
        <a:ea typeface="+mn-ea"/>
        <a:cs typeface="+mn-cs"/>
      </a:defRPr>
    </a:lvl4pPr>
    <a:lvl5pPr marL="5445618" algn="l" defTabSz="2722809" rtl="0" eaLnBrk="1" latinLnBrk="0" hangingPunct="1">
      <a:defRPr sz="5360" kern="1200">
        <a:solidFill>
          <a:schemeClr val="tx1"/>
        </a:solidFill>
        <a:latin typeface="+mn-lt"/>
        <a:ea typeface="+mn-ea"/>
        <a:cs typeface="+mn-cs"/>
      </a:defRPr>
    </a:lvl5pPr>
    <a:lvl6pPr marL="6807022" algn="l" defTabSz="2722809" rtl="0" eaLnBrk="1" latinLnBrk="0" hangingPunct="1">
      <a:defRPr sz="5360" kern="1200">
        <a:solidFill>
          <a:schemeClr val="tx1"/>
        </a:solidFill>
        <a:latin typeface="+mn-lt"/>
        <a:ea typeface="+mn-ea"/>
        <a:cs typeface="+mn-cs"/>
      </a:defRPr>
    </a:lvl6pPr>
    <a:lvl7pPr marL="8168427" algn="l" defTabSz="2722809" rtl="0" eaLnBrk="1" latinLnBrk="0" hangingPunct="1">
      <a:defRPr sz="5360" kern="1200">
        <a:solidFill>
          <a:schemeClr val="tx1"/>
        </a:solidFill>
        <a:latin typeface="+mn-lt"/>
        <a:ea typeface="+mn-ea"/>
        <a:cs typeface="+mn-cs"/>
      </a:defRPr>
    </a:lvl7pPr>
    <a:lvl8pPr marL="9529831" algn="l" defTabSz="2722809" rtl="0" eaLnBrk="1" latinLnBrk="0" hangingPunct="1">
      <a:defRPr sz="5360" kern="1200">
        <a:solidFill>
          <a:schemeClr val="tx1"/>
        </a:solidFill>
        <a:latin typeface="+mn-lt"/>
        <a:ea typeface="+mn-ea"/>
        <a:cs typeface="+mn-cs"/>
      </a:defRPr>
    </a:lvl8pPr>
    <a:lvl9pPr marL="10891236" algn="l" defTabSz="2722809" rtl="0" eaLnBrk="1" latinLnBrk="0" hangingPunct="1">
      <a:defRPr sz="536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87" userDrawn="1">
          <p15:clr>
            <a:srgbClr val="A4A3A4"/>
          </p15:clr>
        </p15:guide>
        <p15:guide id="2" pos="823" userDrawn="1">
          <p15:clr>
            <a:srgbClr val="A4A3A4"/>
          </p15:clr>
        </p15:guide>
      </p15:sldGuideLst>
    </p:ext>
    <p:ext uri="{2D200454-40CA-4A62-9FC3-DE9A4176ACB9}">
      <p15:notesGuideLst xmlns:p15="http://schemas.microsoft.com/office/powerpoint/2012/main">
        <p15:guide id="1" orient="horz" pos="2812">
          <p15:clr>
            <a:srgbClr val="A4A3A4"/>
          </p15:clr>
        </p15:guide>
        <p15:guide id="2" pos="137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99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62" autoAdjust="0"/>
    <p:restoredTop sz="86486" autoAdjust="0"/>
  </p:normalViewPr>
  <p:slideViewPr>
    <p:cSldViewPr snapToGrid="0" showGuides="1">
      <p:cViewPr varScale="1">
        <p:scale>
          <a:sx n="36" d="100"/>
          <a:sy n="36" d="100"/>
        </p:scale>
        <p:origin x="226" y="77"/>
      </p:cViewPr>
      <p:guideLst>
        <p:guide orient="horz" pos="5487"/>
        <p:guide pos="82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80" d="100"/>
          <a:sy n="80" d="100"/>
        </p:scale>
        <p:origin x="-1848" y="0"/>
      </p:cViewPr>
      <p:guideLst>
        <p:guide orient="horz" pos="2812"/>
        <p:guide pos="137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10/6/2023</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a:t>Page XX-#</a:t>
            </a: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471613" y="720725"/>
            <a:ext cx="6245225" cy="3600450"/>
          </a:xfrm>
          <a:prstGeom prst="rect">
            <a:avLst/>
          </a:prstGeom>
          <a:noFill/>
          <a:ln w="12700">
            <a:solidFill>
              <a:prstClr val="black"/>
            </a:solidFill>
          </a:ln>
        </p:spPr>
        <p:txBody>
          <a:bodyPr vert="horz" lIns="96661" tIns="48331" rIns="96661" bIns="48331" rtlCol="0" anchor="ctr"/>
          <a:lstStyle/>
          <a:p>
            <a:r>
              <a:rPr lang="en-US" dirty="0"/>
              <a:t>text</a:t>
            </a:r>
          </a:p>
        </p:txBody>
      </p:sp>
      <p:sp>
        <p:nvSpPr>
          <p:cNvPr id="5" name="Notes Placeholder 4"/>
          <p:cNvSpPr>
            <a:spLocks noGrp="1"/>
          </p:cNvSpPr>
          <p:nvPr>
            <p:ph type="body" sz="quarter" idx="3"/>
          </p:nvPr>
        </p:nvSpPr>
        <p:spPr>
          <a:xfrm>
            <a:off x="2175521" y="4447617"/>
            <a:ext cx="4892673" cy="4320540"/>
          </a:xfrm>
          <a:prstGeom prst="rect">
            <a:avLst/>
          </a:prstGeom>
        </p:spPr>
        <p:txBody>
          <a:bodyPr vert="horz" lIns="96661" tIns="48331" rIns="96661" bIns="4833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Line 8"/>
          <p:cNvSpPr>
            <a:spLocks noChangeShapeType="1"/>
          </p:cNvSpPr>
          <p:nvPr/>
        </p:nvSpPr>
        <p:spPr bwMode="auto">
          <a:xfrm>
            <a:off x="1905333" y="480060"/>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300" dirty="0">
                <a:latin typeface="Arial" pitchFamily="34" charset="0"/>
                <a:cs typeface="Arial" pitchFamily="34" charset="0"/>
              </a:rPr>
              <a:t>Core Java 8  and Development Tools	                                      Language Fundamentals</a:t>
            </a:r>
            <a:endParaRPr lang="en-US" dirty="0">
              <a:latin typeface="Arial" pitchFamily="34" charset="0"/>
              <a:cs typeface="Arial" pitchFamily="34" charset="0"/>
            </a:endParaRPr>
          </a:p>
        </p:txBody>
      </p:sp>
      <p:sp>
        <p:nvSpPr>
          <p:cNvPr id="12" name="Rectangle 14"/>
          <p:cNvSpPr>
            <a:spLocks noChangeArrowheads="1"/>
          </p:cNvSpPr>
          <p:nvPr/>
        </p:nvSpPr>
        <p:spPr bwMode="auto">
          <a:xfrm>
            <a:off x="4138312" y="8783704"/>
            <a:ext cx="2946699" cy="235323"/>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a:latin typeface="Arial" pitchFamily="34" charset="0"/>
                <a:cs typeface="Arial" pitchFamily="34" charset="0"/>
              </a:rPr>
              <a:t>		 Page 03-</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a:latin typeface="Arial" pitchFamily="34" charset="0"/>
                <a:cs typeface="Arial" pitchFamily="34" charset="0"/>
              </a:rPr>
              <a:t> </a:t>
            </a:r>
          </a:p>
          <a:p>
            <a:r>
              <a:rPr lang="en-US" sz="1100" dirty="0">
                <a:latin typeface="Arial" pitchFamily="34" charset="0"/>
                <a:cs typeface="Arial" pitchFamily="34" charset="0"/>
              </a:rPr>
              <a:t>  </a:t>
            </a:r>
          </a:p>
        </p:txBody>
      </p:sp>
    </p:spTree>
    <p:extLst>
      <p:ext uri="{BB962C8B-B14F-4D97-AF65-F5344CB8AC3E}">
        <p14:creationId xmlns:p14="http://schemas.microsoft.com/office/powerpoint/2010/main" val="1122094422"/>
      </p:ext>
    </p:extLst>
  </p:cSld>
  <p:clrMap bg1="lt1" tx1="dk1" bg2="lt2" tx2="dk2" accent1="accent1" accent2="accent2" accent3="accent3" accent4="accent4" accent5="accent5" accent6="accent6" hlink="hlink" folHlink="folHlink"/>
  <p:hf dt="0"/>
  <p:notesStyle>
    <a:lvl1pPr marL="0" algn="l" defTabSz="2722809" rtl="0" eaLnBrk="1" latinLnBrk="0" hangingPunct="1">
      <a:defRPr sz="2978" kern="1200">
        <a:solidFill>
          <a:schemeClr val="tx1"/>
        </a:solidFill>
        <a:latin typeface="Arial" pitchFamily="34" charset="0"/>
        <a:ea typeface="+mn-ea"/>
        <a:cs typeface="Arial" pitchFamily="34" charset="0"/>
      </a:defRPr>
    </a:lvl1pPr>
    <a:lvl2pPr marL="1361404" algn="l" defTabSz="2722809" rtl="0" eaLnBrk="1" latinLnBrk="0" hangingPunct="1">
      <a:defRPr sz="2978" kern="1200">
        <a:solidFill>
          <a:schemeClr val="tx1"/>
        </a:solidFill>
        <a:latin typeface="Arial" pitchFamily="34" charset="0"/>
        <a:ea typeface="+mn-ea"/>
        <a:cs typeface="Arial" pitchFamily="34" charset="0"/>
      </a:defRPr>
    </a:lvl2pPr>
    <a:lvl3pPr marL="2722809" algn="l" defTabSz="2722809" rtl="0" eaLnBrk="1" latinLnBrk="0" hangingPunct="1">
      <a:defRPr sz="2978" kern="1200">
        <a:solidFill>
          <a:schemeClr val="tx1"/>
        </a:solidFill>
        <a:latin typeface="Arial" pitchFamily="34" charset="0"/>
        <a:ea typeface="+mn-ea"/>
        <a:cs typeface="Arial" pitchFamily="34" charset="0"/>
      </a:defRPr>
    </a:lvl3pPr>
    <a:lvl4pPr marL="4084213" algn="l" defTabSz="2722809" rtl="0" eaLnBrk="1" latinLnBrk="0" hangingPunct="1">
      <a:defRPr sz="2978" kern="1200">
        <a:solidFill>
          <a:schemeClr val="tx1"/>
        </a:solidFill>
        <a:latin typeface="Arial" pitchFamily="34" charset="0"/>
        <a:ea typeface="+mn-ea"/>
        <a:cs typeface="Arial" pitchFamily="34" charset="0"/>
      </a:defRPr>
    </a:lvl4pPr>
    <a:lvl5pPr marL="5445618" algn="l" defTabSz="2722809" rtl="0" eaLnBrk="1" latinLnBrk="0" hangingPunct="1">
      <a:defRPr sz="2978" kern="1200">
        <a:solidFill>
          <a:schemeClr val="tx1"/>
        </a:solidFill>
        <a:latin typeface="Arial" pitchFamily="34" charset="0"/>
        <a:ea typeface="+mn-ea"/>
        <a:cs typeface="Arial" pitchFamily="34" charset="0"/>
      </a:defRPr>
    </a:lvl5pPr>
    <a:lvl6pPr marL="6807022" algn="l" defTabSz="2722809" rtl="0" eaLnBrk="1" latinLnBrk="0" hangingPunct="1">
      <a:defRPr sz="3573" kern="1200">
        <a:solidFill>
          <a:schemeClr val="tx1"/>
        </a:solidFill>
        <a:latin typeface="+mn-lt"/>
        <a:ea typeface="+mn-ea"/>
        <a:cs typeface="+mn-cs"/>
      </a:defRPr>
    </a:lvl6pPr>
    <a:lvl7pPr marL="8168427" algn="l" defTabSz="2722809" rtl="0" eaLnBrk="1" latinLnBrk="0" hangingPunct="1">
      <a:defRPr sz="3573" kern="1200">
        <a:solidFill>
          <a:schemeClr val="tx1"/>
        </a:solidFill>
        <a:latin typeface="+mn-lt"/>
        <a:ea typeface="+mn-ea"/>
        <a:cs typeface="+mn-cs"/>
      </a:defRPr>
    </a:lvl7pPr>
    <a:lvl8pPr marL="9529831" algn="l" defTabSz="2722809" rtl="0" eaLnBrk="1" latinLnBrk="0" hangingPunct="1">
      <a:defRPr sz="3573" kern="1200">
        <a:solidFill>
          <a:schemeClr val="tx1"/>
        </a:solidFill>
        <a:latin typeface="+mn-lt"/>
        <a:ea typeface="+mn-ea"/>
        <a:cs typeface="+mn-cs"/>
      </a:defRPr>
    </a:lvl8pPr>
    <a:lvl9pPr marL="10891236" algn="l" defTabSz="2722809" rtl="0" eaLnBrk="1" latinLnBrk="0" hangingPunct="1">
      <a:defRPr sz="357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fontScale="92500" lnSpcReduction="20000"/>
          </a:bodyPr>
          <a:lstStyle/>
          <a:p>
            <a:r>
              <a:rPr lang="en-US" b="1" u="sng" dirty="0"/>
              <a:t>Lesson</a:t>
            </a:r>
            <a:r>
              <a:rPr lang="en-US" b="1" u="sng" baseline="0" dirty="0"/>
              <a:t> Outline:</a:t>
            </a:r>
            <a:r>
              <a:rPr lang="en-US" b="1" baseline="0" dirty="0"/>
              <a:t> </a:t>
            </a:r>
            <a:endParaRPr lang="en-US" b="0" baseline="0" dirty="0"/>
          </a:p>
          <a:p>
            <a:endParaRPr lang="en-US" b="0" baseline="0" dirty="0"/>
          </a:p>
          <a:p>
            <a:pPr lvl="1">
              <a:lnSpc>
                <a:spcPct val="90000"/>
              </a:lnSpc>
            </a:pPr>
            <a:r>
              <a:rPr lang="en-US" dirty="0"/>
              <a:t>3.1: Keywords </a:t>
            </a:r>
          </a:p>
          <a:p>
            <a:pPr lvl="1">
              <a:lnSpc>
                <a:spcPct val="90000"/>
              </a:lnSpc>
            </a:pPr>
            <a:r>
              <a:rPr lang="en-US" dirty="0"/>
              <a:t>3.2: Primitive Data Types</a:t>
            </a:r>
          </a:p>
          <a:p>
            <a:pPr lvl="1">
              <a:lnSpc>
                <a:spcPct val="90000"/>
              </a:lnSpc>
            </a:pPr>
            <a:r>
              <a:rPr lang="en-US" dirty="0"/>
              <a:t>3.3: Operators and Assignments </a:t>
            </a:r>
          </a:p>
          <a:p>
            <a:pPr lvl="1">
              <a:lnSpc>
                <a:spcPct val="90000"/>
              </a:lnSpc>
            </a:pPr>
            <a:r>
              <a:rPr lang="en-US" dirty="0"/>
              <a:t>3.4: Variables and Literals </a:t>
            </a:r>
          </a:p>
          <a:p>
            <a:pPr lvl="1">
              <a:lnSpc>
                <a:spcPct val="90000"/>
              </a:lnSpc>
            </a:pPr>
            <a:r>
              <a:rPr lang="en-US" dirty="0"/>
              <a:t>3.5: Flow Control: Java’s Control Statements</a:t>
            </a:r>
          </a:p>
          <a:p>
            <a:pPr lvl="1">
              <a:lnSpc>
                <a:spcPct val="90000"/>
              </a:lnSpc>
            </a:pPr>
            <a:r>
              <a:rPr lang="en-US" dirty="0"/>
              <a:t>3.6: Best Practices</a:t>
            </a:r>
          </a:p>
          <a:p>
            <a:endParaRPr lang="en-US"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fontScale="77500" lnSpcReduction="20000"/>
          </a:bodyPr>
          <a:lstStyle/>
          <a:p>
            <a:r>
              <a:rPr lang="en-US" dirty="0"/>
              <a:t>Keywords are reserved identifiers that are predefined in the language and cannot be used to denote other entities. E.g. class, </a:t>
            </a:r>
            <a:r>
              <a:rPr lang="en-US" dirty="0" err="1"/>
              <a:t>boolean</a:t>
            </a:r>
            <a:r>
              <a:rPr lang="en-US" dirty="0"/>
              <a:t>, abstract, do, try etc. Incorrect usage results in compilation errors. </a:t>
            </a:r>
          </a:p>
          <a:p>
            <a:endParaRPr lang="en-US" dirty="0"/>
          </a:p>
          <a:p>
            <a:r>
              <a:rPr lang="en-US" dirty="0"/>
              <a:t>In addition, three identifiers are reserved as predefined literals in the language: null, true and false.</a:t>
            </a:r>
          </a:p>
          <a:p>
            <a:endParaRPr lang="en-US" dirty="0"/>
          </a:p>
          <a:p>
            <a:r>
              <a:rPr lang="en-US" dirty="0"/>
              <a:t>The table above shows the keywords available in Java 5.</a:t>
            </a:r>
          </a:p>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fontScale="40000" lnSpcReduction="20000"/>
          </a:bodyPr>
          <a:lstStyle/>
          <a:p>
            <a:pPr marL="218133" indent="-218133"/>
            <a:r>
              <a:rPr lang="en-US" dirty="0"/>
              <a:t>There are two data types available in Java:</a:t>
            </a:r>
          </a:p>
          <a:p>
            <a:pPr marL="218133" indent="-218133"/>
            <a:r>
              <a:rPr lang="en-US" dirty="0"/>
              <a:t>     Primitive Data Types.</a:t>
            </a:r>
          </a:p>
          <a:p>
            <a:pPr marL="218133" indent="-218133"/>
            <a:r>
              <a:rPr lang="en-US" dirty="0"/>
              <a:t>     Reference/Object Data Types :- is discussed later.</a:t>
            </a:r>
          </a:p>
          <a:p>
            <a:pPr marL="218133" indent="-218133"/>
            <a:r>
              <a:rPr lang="en-US" dirty="0"/>
              <a:t>There are eight primitive data types supported by Java (see slide above). Primitive data types are predefined by the language and named by a key word. </a:t>
            </a:r>
          </a:p>
          <a:p>
            <a:pPr marL="218133" indent="-218133"/>
            <a:r>
              <a:rPr lang="en-US" dirty="0"/>
              <a:t>The default character set used by Java language is </a:t>
            </a:r>
            <a:r>
              <a:rPr lang="en-US" b="1" dirty="0"/>
              <a:t>Unicode character</a:t>
            </a:r>
            <a:r>
              <a:rPr lang="en-US" dirty="0"/>
              <a:t> set and hence a </a:t>
            </a:r>
            <a:r>
              <a:rPr lang="en-US" b="1" dirty="0"/>
              <a:t>character data type</a:t>
            </a:r>
            <a:r>
              <a:rPr lang="en-US" dirty="0"/>
              <a:t> will consume </a:t>
            </a:r>
            <a:r>
              <a:rPr lang="en-US" b="1" dirty="0"/>
              <a:t>two bytes </a:t>
            </a:r>
            <a:r>
              <a:rPr lang="en-US" dirty="0"/>
              <a:t>of memory instead of a byte (a standard for ASCII character set). Unicode is a character coding system designed to support text written in diverse human languages.</a:t>
            </a:r>
          </a:p>
          <a:p>
            <a:pPr marL="218133" indent="-218133"/>
            <a:r>
              <a:rPr lang="en-US" dirty="0"/>
              <a:t>This allows you to use characters in your Java programs from various alphabets such as Japanese, Greek, Russian, Hebrew, and so on. This feature </a:t>
            </a:r>
            <a:r>
              <a:rPr lang="en-US" b="1" dirty="0"/>
              <a:t>supports</a:t>
            </a:r>
            <a:r>
              <a:rPr lang="en-US" dirty="0"/>
              <a:t> a readymade support for </a:t>
            </a:r>
            <a:r>
              <a:rPr lang="en-US" b="1" dirty="0"/>
              <a:t>internalization</a:t>
            </a:r>
            <a:r>
              <a:rPr lang="en-US" dirty="0"/>
              <a:t> of java.</a:t>
            </a:r>
          </a:p>
          <a:p>
            <a:pPr marL="218133" indent="-218133"/>
            <a:r>
              <a:rPr lang="en-US" dirty="0"/>
              <a:t>The default values for the various data types are as follows:</a:t>
            </a:r>
          </a:p>
          <a:p>
            <a:pPr marL="218133" indent="-218133"/>
            <a:r>
              <a:rPr lang="en-US" dirty="0"/>
              <a:t>Integer 	  :  0</a:t>
            </a:r>
          </a:p>
          <a:p>
            <a:pPr marL="218133" indent="-218133"/>
            <a:r>
              <a:rPr lang="en-US" dirty="0"/>
              <a:t>Character	  :  ‘\u0000’</a:t>
            </a:r>
          </a:p>
          <a:p>
            <a:pPr marL="218133" indent="-218133"/>
            <a:r>
              <a:rPr lang="en-US" dirty="0"/>
              <a:t>Decimal	  :  0.0</a:t>
            </a:r>
          </a:p>
          <a:p>
            <a:pPr marL="218133" indent="-218133"/>
            <a:r>
              <a:rPr lang="en-US" dirty="0"/>
              <a:t>Boolean	  :  false</a:t>
            </a:r>
          </a:p>
          <a:p>
            <a:pPr marL="218133" indent="-218133"/>
            <a:r>
              <a:rPr lang="en-US" dirty="0"/>
              <a:t>Object Reference:  null  </a:t>
            </a:r>
          </a:p>
          <a:p>
            <a:pPr marL="218133" indent="-218133"/>
            <a:endParaRPr lang="en-US" dirty="0"/>
          </a:p>
          <a:p>
            <a:pPr marL="218133" indent="-218133"/>
            <a:r>
              <a:rPr lang="en-US" i="1" dirty="0"/>
              <a:t>[Note: C or C++ data types pointer, </a:t>
            </a:r>
            <a:r>
              <a:rPr lang="en-US" i="1" dirty="0" err="1"/>
              <a:t>struct</a:t>
            </a:r>
            <a:r>
              <a:rPr lang="en-US" i="1" dirty="0"/>
              <a:t>, and union are not supported. Java does not have a </a:t>
            </a:r>
            <a:r>
              <a:rPr lang="en-US" i="1" dirty="0" err="1"/>
              <a:t>typedef</a:t>
            </a:r>
            <a:r>
              <a:rPr lang="en-US" i="1" dirty="0"/>
              <a:t> statement (as in C and C++).]</a:t>
            </a:r>
          </a:p>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a:bodyPr>
          <a:lstStyle/>
          <a:p>
            <a:r>
              <a:rPr lang="en-US" dirty="0"/>
              <a:t>Java provides a rich set of operators to manipulate variables. These are classified into several groups as shown above. </a:t>
            </a:r>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fontScale="40000" lnSpcReduction="20000"/>
          </a:bodyPr>
          <a:lstStyle/>
          <a:p>
            <a:r>
              <a:rPr lang="en-US" dirty="0"/>
              <a:t>Arithmetic operators are summarized in the table above:</a:t>
            </a:r>
          </a:p>
          <a:p>
            <a:r>
              <a:rPr lang="en-US" dirty="0"/>
              <a:t>Integer division yields an integer quotient for example, the expression 7 / 4 evaluates to 1, and the expression 17 / 5 evaluates to 3. Any fractional part in integer division is simply discarded (i.e., truncated) no rounding occurs. </a:t>
            </a:r>
          </a:p>
          <a:p>
            <a:r>
              <a:rPr lang="en-US" dirty="0"/>
              <a:t>Java provides the remainder operator, %, which yields the remainder after division. The expression x % y yields the remainder after x is divided by y. Thus, 7 % 4 yields 3, and 17 % 5 yields 2. This operator is most commonly used with integer operands, but can also be used with other arithmetic types. </a:t>
            </a:r>
          </a:p>
          <a:p>
            <a:r>
              <a:rPr lang="en-US" dirty="0"/>
              <a:t>Parentheses are used to group terms in Java expressions in the same manner as in algebraic expressions. For example, to multiply a times the quantity b + c, we write </a:t>
            </a:r>
            <a:r>
              <a:rPr lang="en-US" b="1" dirty="0"/>
              <a:t>a*(</a:t>
            </a:r>
            <a:r>
              <a:rPr lang="en-US" b="1" dirty="0" err="1"/>
              <a:t>b+c</a:t>
            </a:r>
            <a:r>
              <a:rPr lang="en-US" b="1" dirty="0"/>
              <a:t>).</a:t>
            </a:r>
          </a:p>
          <a:p>
            <a:r>
              <a:rPr lang="en-US" dirty="0"/>
              <a:t>If an expression contains nested parentheses, such as </a:t>
            </a:r>
            <a:r>
              <a:rPr lang="en-US" b="1" dirty="0"/>
              <a:t>((</a:t>
            </a:r>
            <a:r>
              <a:rPr lang="en-US" b="1" dirty="0" err="1"/>
              <a:t>a+b</a:t>
            </a:r>
            <a:r>
              <a:rPr lang="en-US" b="1" dirty="0"/>
              <a:t>)*c) </a:t>
            </a:r>
            <a:r>
              <a:rPr lang="en-US" dirty="0"/>
              <a:t>the expression in the innermost set of parentheses (a + b in this case) is evaluated first.</a:t>
            </a:r>
          </a:p>
          <a:p>
            <a:r>
              <a:rPr lang="en-US" b="1" dirty="0"/>
              <a:t>Order of Precedence:</a:t>
            </a:r>
          </a:p>
          <a:p>
            <a:r>
              <a:rPr lang="en-US" dirty="0"/>
              <a:t>Multiplication, division and remainder operations are applied first. If an expression contains several such operations, the operators are applied from left to right. </a:t>
            </a:r>
            <a:r>
              <a:rPr lang="en-US" b="1" dirty="0"/>
              <a:t>Multiplication, division and remainder operators have the same level of precedence</a:t>
            </a:r>
            <a:r>
              <a:rPr lang="en-US" dirty="0"/>
              <a:t>.</a:t>
            </a:r>
          </a:p>
          <a:p>
            <a:r>
              <a:rPr lang="en-US" dirty="0"/>
              <a:t>Addition and subtraction operations are applied next. If an expression contains several such operations, the operators are applied from </a:t>
            </a:r>
            <a:r>
              <a:rPr lang="en-US" b="1" dirty="0"/>
              <a:t>left to right</a:t>
            </a:r>
            <a:r>
              <a:rPr lang="en-US" dirty="0"/>
              <a:t>. </a:t>
            </a:r>
            <a:r>
              <a:rPr lang="en-US" b="1" dirty="0"/>
              <a:t>Addition and subtraction operators have the same level of precedence.</a:t>
            </a:r>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fontScale="47500" lnSpcReduction="20000"/>
          </a:bodyPr>
          <a:lstStyle/>
          <a:p>
            <a:r>
              <a:rPr lang="en-US" dirty="0"/>
              <a:t>The Java programming language also provides operators that perform bitwise and bit shift operations on integral types. The operators discussed in this section are less commonly used. </a:t>
            </a:r>
          </a:p>
          <a:p>
            <a:r>
              <a:rPr lang="en-US" dirty="0"/>
              <a:t>The unary bitwise complement operator "~" inverts a bit pattern; it can be applied to any of the integral types, making every "0" a "1" and every "1" a "0". For example, a byte contains 8 bits; applying this operator to a value whose bit pattern is "00000000" would change its pattern to "11111111". </a:t>
            </a:r>
          </a:p>
          <a:p>
            <a:r>
              <a:rPr lang="en-US" dirty="0"/>
              <a:t>The signed left shift operator "&lt;&lt;" shifts a bit pattern to the left, and the signed right shift operator "&gt;&gt;" shifts a bit pattern to the right. The bit pattern is given by the left-hand operand, and the number of positions to shift by the right-hand operand. The unsigned right shift operator "&gt;&gt;&gt;" shifts a zero into the leftmost position, while the leftmost position after "&gt;&gt;" depends on sign extension. </a:t>
            </a:r>
          </a:p>
          <a:p>
            <a:r>
              <a:rPr lang="en-US" dirty="0"/>
              <a:t>Bitwise &amp; operator performs a bitwise AND operation. </a:t>
            </a:r>
          </a:p>
          <a:p>
            <a:r>
              <a:rPr lang="en-US" dirty="0"/>
              <a:t>Bitwise ^ operator performs a bitwise exclusive OR operation. </a:t>
            </a:r>
          </a:p>
          <a:p>
            <a:r>
              <a:rPr lang="en-US" dirty="0"/>
              <a:t>Bitwise | operator performs a bitwise inclusive OR operation. </a:t>
            </a:r>
          </a:p>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fontScale="55000" lnSpcReduction="20000"/>
          </a:bodyPr>
          <a:lstStyle/>
          <a:p>
            <a:r>
              <a:rPr lang="en-US" dirty="0"/>
              <a:t>A condition is an expression that can be either true or false. For example, the condition "grade is greater than or equal to 60" determines whether a student passed a test. If the condition in an if statement is true, the body of the if statement executes. If the condition is false, the body does not execute. </a:t>
            </a:r>
          </a:p>
          <a:p>
            <a:endParaRPr lang="en-US" dirty="0"/>
          </a:p>
          <a:p>
            <a:r>
              <a:rPr lang="en-US" dirty="0"/>
              <a:t>Conditions in if statements can be formed by using the equality operators (== and !=) and relational operators (&gt;, &lt;, &gt;= and &lt;=). Both equality operators have the same level of precedence, which is lower than that of the relational operators. The equality operators associate from left to right. The relational operators all have the same level of precedence and also associate from left to right.</a:t>
            </a:r>
          </a:p>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fontScale="92500" lnSpcReduction="20000"/>
          </a:bodyPr>
          <a:lstStyle/>
          <a:p>
            <a:r>
              <a:rPr lang="en-US" dirty="0"/>
              <a:t>Java provides logical operators to enable programmers to form more complex conditions by combining simple conditions. The logical operators are &amp;&amp; (conditional AND), || (conditional OR), &amp; (</a:t>
            </a:r>
            <a:r>
              <a:rPr lang="en-US" dirty="0" err="1"/>
              <a:t>boolean</a:t>
            </a:r>
            <a:r>
              <a:rPr lang="en-US" dirty="0"/>
              <a:t> logical AND), | (</a:t>
            </a:r>
            <a:r>
              <a:rPr lang="en-US" dirty="0" err="1"/>
              <a:t>boolean</a:t>
            </a:r>
            <a:r>
              <a:rPr lang="en-US" dirty="0"/>
              <a:t> logical inclusive OR), ^ (</a:t>
            </a:r>
            <a:r>
              <a:rPr lang="en-US" dirty="0" err="1"/>
              <a:t>boolean</a:t>
            </a:r>
            <a:r>
              <a:rPr lang="en-US" dirty="0"/>
              <a:t> logical exclusive OR) and ! (logical NOT).</a:t>
            </a:r>
          </a:p>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fontScale="55000" lnSpcReduction="20000"/>
          </a:bodyPr>
          <a:lstStyle/>
          <a:p>
            <a:pPr algn="just"/>
            <a:r>
              <a:rPr lang="en-US" b="1" dirty="0"/>
              <a:t>Instance variables</a:t>
            </a:r>
            <a:r>
              <a:rPr lang="en-US" dirty="0"/>
              <a:t>: These are members of a class and are instantiated for every object of the class. The values of these variables at any instant constitute the </a:t>
            </a:r>
            <a:r>
              <a:rPr lang="en-US" i="1" dirty="0"/>
              <a:t>state</a:t>
            </a:r>
            <a:r>
              <a:rPr lang="en-US" dirty="0"/>
              <a:t> of the object.</a:t>
            </a:r>
            <a:endParaRPr lang="en-US" b="1" dirty="0"/>
          </a:p>
          <a:p>
            <a:pPr algn="just"/>
            <a:r>
              <a:rPr lang="en-US" b="1" dirty="0"/>
              <a:t>Static variables</a:t>
            </a:r>
            <a:r>
              <a:rPr lang="en-US" dirty="0"/>
              <a:t>: These are also members of a class, but these are not instantiated for any object of the class and therefore belong only to the class. We shall be covering the static modifier in later section.</a:t>
            </a:r>
            <a:endParaRPr lang="en-US" b="1" dirty="0"/>
          </a:p>
          <a:p>
            <a:pPr algn="just"/>
            <a:r>
              <a:rPr lang="en-US" b="1" dirty="0"/>
              <a:t>Local variables</a:t>
            </a:r>
            <a:r>
              <a:rPr lang="en-US" dirty="0"/>
              <a:t>: These are declared in methods and in blocks. They are instantiated for every invocation of the method or block. In Java, local variables must be declared before they are used.</a:t>
            </a:r>
          </a:p>
          <a:p>
            <a:pPr algn="just"/>
            <a:r>
              <a:rPr lang="en-US" dirty="0"/>
              <a:t>Life-cycle of the variable is controlled by the scope in which those are defined.</a:t>
            </a:r>
          </a:p>
          <a:p>
            <a:pPr algn="just"/>
            <a:endParaRPr lang="en-US" dirty="0"/>
          </a:p>
          <a:p>
            <a:pPr algn="just"/>
            <a:r>
              <a:rPr lang="en-US" dirty="0"/>
              <a:t>Refer the example on the subsequent slide.</a:t>
            </a:r>
          </a:p>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a:bodyPr>
          <a:lstStyle/>
          <a:p>
            <a:pPr defTabSz="966612">
              <a:defRPr/>
            </a:pPr>
            <a:r>
              <a:rPr lang="en-US" dirty="0"/>
              <a:t>Add the notes here.</a:t>
            </a:r>
          </a:p>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graphicFrame>
        <p:nvGraphicFramePr>
          <p:cNvPr id="6" name="Table 5"/>
          <p:cNvGraphicFramePr>
            <a:graphicFrameLocks noGrp="1"/>
          </p:cNvGraphicFramePr>
          <p:nvPr>
            <p:extLst>
              <p:ext uri="{D42A27DB-BD31-4B8C-83A1-F6EECF244321}">
                <p14:modId xmlns:p14="http://schemas.microsoft.com/office/powerpoint/2010/main" val="2944299132"/>
              </p:ext>
            </p:extLst>
          </p:nvPr>
        </p:nvGraphicFramePr>
        <p:xfrm>
          <a:off x="2169274" y="4574432"/>
          <a:ext cx="4877703" cy="4169394"/>
        </p:xfrm>
        <a:graphic>
          <a:graphicData uri="http://schemas.openxmlformats.org/drawingml/2006/table">
            <a:tbl>
              <a:tblPr firstRow="1" bandRow="1">
                <a:tableStyleId>{5940675A-B579-460E-94D1-54222C63F5DA}</a:tableStyleId>
              </a:tblPr>
              <a:tblGrid>
                <a:gridCol w="1466366">
                  <a:extLst>
                    <a:ext uri="{9D8B030D-6E8A-4147-A177-3AD203B41FA5}">
                      <a16:colId xmlns:a16="http://schemas.microsoft.com/office/drawing/2014/main" val="20000"/>
                    </a:ext>
                  </a:extLst>
                </a:gridCol>
                <a:gridCol w="3411337">
                  <a:extLst>
                    <a:ext uri="{9D8B030D-6E8A-4147-A177-3AD203B41FA5}">
                      <a16:colId xmlns:a16="http://schemas.microsoft.com/office/drawing/2014/main" val="20001"/>
                    </a:ext>
                  </a:extLst>
                </a:gridCol>
              </a:tblGrid>
              <a:tr h="290888">
                <a:tc>
                  <a:txBody>
                    <a:bodyPr/>
                    <a:lstStyle/>
                    <a:p>
                      <a:r>
                        <a:rPr lang="en-US" sz="1100" b="1" kern="1200" dirty="0">
                          <a:solidFill>
                            <a:schemeClr val="tx1"/>
                          </a:solidFill>
                          <a:latin typeface="Arial" pitchFamily="34" charset="0"/>
                          <a:ea typeface="+mn-ea"/>
                          <a:cs typeface="Arial" pitchFamily="34" charset="0"/>
                        </a:rPr>
                        <a:t>Literal Type</a:t>
                      </a:r>
                    </a:p>
                  </a:txBody>
                  <a:tcPr marL="97536" marR="97536" marT="48006" marB="48006"/>
                </a:tc>
                <a:tc>
                  <a:txBody>
                    <a:bodyPr/>
                    <a:lstStyle/>
                    <a:p>
                      <a:r>
                        <a:rPr lang="en-US" sz="1100" b="1" kern="1200" dirty="0">
                          <a:solidFill>
                            <a:schemeClr val="tx1"/>
                          </a:solidFill>
                          <a:latin typeface="Arial" pitchFamily="34" charset="0"/>
                          <a:ea typeface="+mn-ea"/>
                          <a:cs typeface="Arial" pitchFamily="34" charset="0"/>
                        </a:rPr>
                        <a:t>Example</a:t>
                      </a:r>
                    </a:p>
                  </a:txBody>
                  <a:tcPr marL="97536" marR="97536" marT="48006" marB="48006"/>
                </a:tc>
                <a:extLst>
                  <a:ext uri="{0D108BD9-81ED-4DB2-BD59-A6C34878D82A}">
                    <a16:rowId xmlns:a16="http://schemas.microsoft.com/office/drawing/2014/main" val="10000"/>
                  </a:ext>
                </a:extLst>
              </a:tr>
              <a:tr h="290888">
                <a:tc>
                  <a:txBody>
                    <a:bodyPr/>
                    <a:lstStyle/>
                    <a:p>
                      <a:r>
                        <a:rPr lang="en-US" sz="1100" kern="1200" dirty="0">
                          <a:solidFill>
                            <a:schemeClr val="tx1"/>
                          </a:solidFill>
                          <a:latin typeface="Arial" pitchFamily="34" charset="0"/>
                          <a:ea typeface="+mn-ea"/>
                          <a:cs typeface="Arial" pitchFamily="34" charset="0"/>
                        </a:rPr>
                        <a:t>Integer</a:t>
                      </a:r>
                    </a:p>
                  </a:txBody>
                  <a:tcPr marL="97536" marR="97536" marT="48006" marB="48006"/>
                </a:tc>
                <a:tc>
                  <a:txBody>
                    <a:bodyPr/>
                    <a:lstStyle/>
                    <a:p>
                      <a:r>
                        <a:rPr lang="en-US" sz="1100" kern="1200" dirty="0" err="1">
                          <a:solidFill>
                            <a:schemeClr val="tx1"/>
                          </a:solidFill>
                          <a:latin typeface="Arial" pitchFamily="34" charset="0"/>
                          <a:ea typeface="+mn-ea"/>
                          <a:cs typeface="Arial" pitchFamily="34" charset="0"/>
                        </a:rPr>
                        <a:t>int</a:t>
                      </a:r>
                      <a:r>
                        <a:rPr lang="en-US" sz="1100" kern="1200" dirty="0">
                          <a:solidFill>
                            <a:schemeClr val="tx1"/>
                          </a:solidFill>
                          <a:latin typeface="Arial" pitchFamily="34" charset="0"/>
                          <a:ea typeface="+mn-ea"/>
                          <a:cs typeface="Arial" pitchFamily="34" charset="0"/>
                        </a:rPr>
                        <a:t> x = 10</a:t>
                      </a:r>
                    </a:p>
                  </a:txBody>
                  <a:tcPr marL="97536" marR="97536" marT="48006" marB="48006"/>
                </a:tc>
                <a:extLst>
                  <a:ext uri="{0D108BD9-81ED-4DB2-BD59-A6C34878D82A}">
                    <a16:rowId xmlns:a16="http://schemas.microsoft.com/office/drawing/2014/main" val="10001"/>
                  </a:ext>
                </a:extLst>
              </a:tr>
              <a:tr h="290888">
                <a:tc>
                  <a:txBody>
                    <a:bodyPr/>
                    <a:lstStyle/>
                    <a:p>
                      <a:r>
                        <a:rPr lang="en-US" sz="1100" kern="1200" dirty="0">
                          <a:solidFill>
                            <a:schemeClr val="tx1"/>
                          </a:solidFill>
                          <a:latin typeface="Arial" pitchFamily="34" charset="0"/>
                          <a:ea typeface="+mn-ea"/>
                          <a:cs typeface="Arial" pitchFamily="34" charset="0"/>
                        </a:rPr>
                        <a:t>Octal</a:t>
                      </a:r>
                    </a:p>
                  </a:txBody>
                  <a:tcPr marL="97536" marR="97536" marT="48006" marB="48006"/>
                </a:tc>
                <a:tc>
                  <a:txBody>
                    <a:bodyPr/>
                    <a:lstStyle/>
                    <a:p>
                      <a:r>
                        <a:rPr lang="en-US" sz="1100" kern="1200" dirty="0" err="1">
                          <a:solidFill>
                            <a:schemeClr val="tx1"/>
                          </a:solidFill>
                          <a:latin typeface="Arial" pitchFamily="34" charset="0"/>
                          <a:ea typeface="+mn-ea"/>
                          <a:cs typeface="Arial" pitchFamily="34" charset="0"/>
                        </a:rPr>
                        <a:t>int</a:t>
                      </a:r>
                      <a:r>
                        <a:rPr lang="en-US" sz="1100" kern="1200" dirty="0">
                          <a:solidFill>
                            <a:schemeClr val="tx1"/>
                          </a:solidFill>
                          <a:latin typeface="Arial" pitchFamily="34" charset="0"/>
                          <a:ea typeface="+mn-ea"/>
                          <a:cs typeface="Arial" pitchFamily="34" charset="0"/>
                        </a:rPr>
                        <a:t> x = 0567</a:t>
                      </a:r>
                    </a:p>
                  </a:txBody>
                  <a:tcPr marL="97536" marR="97536" marT="48006" marB="48006"/>
                </a:tc>
                <a:extLst>
                  <a:ext uri="{0D108BD9-81ED-4DB2-BD59-A6C34878D82A}">
                    <a16:rowId xmlns:a16="http://schemas.microsoft.com/office/drawing/2014/main" val="10002"/>
                  </a:ext>
                </a:extLst>
              </a:tr>
              <a:tr h="290888">
                <a:tc>
                  <a:txBody>
                    <a:bodyPr/>
                    <a:lstStyle/>
                    <a:p>
                      <a:r>
                        <a:rPr lang="en-US" sz="1100" kern="1200" dirty="0">
                          <a:solidFill>
                            <a:schemeClr val="tx1"/>
                          </a:solidFill>
                          <a:latin typeface="Arial" pitchFamily="34" charset="0"/>
                          <a:ea typeface="+mn-ea"/>
                          <a:cs typeface="Arial" pitchFamily="34" charset="0"/>
                        </a:rPr>
                        <a:t>Hexadecimal</a:t>
                      </a:r>
                    </a:p>
                  </a:txBody>
                  <a:tcPr marL="97536" marR="97536" marT="48006" marB="48006"/>
                </a:tc>
                <a:tc>
                  <a:txBody>
                    <a:bodyPr/>
                    <a:lstStyle/>
                    <a:p>
                      <a:r>
                        <a:rPr lang="en-US" sz="1100" kern="1200" dirty="0" err="1">
                          <a:solidFill>
                            <a:schemeClr val="tx1"/>
                          </a:solidFill>
                          <a:latin typeface="Arial" pitchFamily="34" charset="0"/>
                          <a:ea typeface="+mn-ea"/>
                          <a:cs typeface="Arial" pitchFamily="34" charset="0"/>
                        </a:rPr>
                        <a:t>int</a:t>
                      </a:r>
                      <a:r>
                        <a:rPr lang="en-US" sz="1100" kern="1200" dirty="0">
                          <a:solidFill>
                            <a:schemeClr val="tx1"/>
                          </a:solidFill>
                          <a:latin typeface="Arial" pitchFamily="34" charset="0"/>
                          <a:ea typeface="+mn-ea"/>
                          <a:cs typeface="Arial" pitchFamily="34" charset="0"/>
                        </a:rPr>
                        <a:t> x = 0x9E (to represent number 9E)</a:t>
                      </a:r>
                    </a:p>
                  </a:txBody>
                  <a:tcPr marL="97536" marR="97536" marT="48006" marB="48006"/>
                </a:tc>
                <a:extLst>
                  <a:ext uri="{0D108BD9-81ED-4DB2-BD59-A6C34878D82A}">
                    <a16:rowId xmlns:a16="http://schemas.microsoft.com/office/drawing/2014/main" val="10003"/>
                  </a:ext>
                </a:extLst>
              </a:tr>
              <a:tr h="290888">
                <a:tc>
                  <a:txBody>
                    <a:bodyPr/>
                    <a:lstStyle/>
                    <a:p>
                      <a:r>
                        <a:rPr lang="en-US" sz="1100" kern="1200" dirty="0">
                          <a:solidFill>
                            <a:schemeClr val="tx1"/>
                          </a:solidFill>
                          <a:latin typeface="Arial" pitchFamily="34" charset="0"/>
                          <a:ea typeface="+mn-ea"/>
                          <a:cs typeface="Arial" pitchFamily="34" charset="0"/>
                        </a:rPr>
                        <a:t>Long</a:t>
                      </a:r>
                    </a:p>
                  </a:txBody>
                  <a:tcPr marL="97536" marR="97536" marT="48006" marB="48006"/>
                </a:tc>
                <a:tc>
                  <a:txBody>
                    <a:bodyPr/>
                    <a:lstStyle/>
                    <a:p>
                      <a:r>
                        <a:rPr lang="en-US" sz="1100" kern="1200" dirty="0">
                          <a:solidFill>
                            <a:schemeClr val="tx1"/>
                          </a:solidFill>
                          <a:latin typeface="Arial" pitchFamily="34" charset="0"/>
                          <a:ea typeface="+mn-ea"/>
                          <a:cs typeface="Arial" pitchFamily="34" charset="0"/>
                        </a:rPr>
                        <a:t>long x = 9978543210L;</a:t>
                      </a:r>
                    </a:p>
                  </a:txBody>
                  <a:tcPr marL="97536" marR="97536" marT="48006" marB="48006"/>
                </a:tc>
                <a:extLst>
                  <a:ext uri="{0D108BD9-81ED-4DB2-BD59-A6C34878D82A}">
                    <a16:rowId xmlns:a16="http://schemas.microsoft.com/office/drawing/2014/main" val="10004"/>
                  </a:ext>
                </a:extLst>
              </a:tr>
              <a:tr h="290888">
                <a:tc>
                  <a:txBody>
                    <a:bodyPr/>
                    <a:lstStyle/>
                    <a:p>
                      <a:r>
                        <a:rPr lang="en-US" sz="1100" kern="1200" dirty="0">
                          <a:solidFill>
                            <a:schemeClr val="tx1"/>
                          </a:solidFill>
                          <a:latin typeface="Arial" pitchFamily="34" charset="0"/>
                          <a:ea typeface="+mn-ea"/>
                          <a:cs typeface="Arial" pitchFamily="34" charset="0"/>
                        </a:rPr>
                        <a:t>Binary</a:t>
                      </a:r>
                    </a:p>
                  </a:txBody>
                  <a:tcPr marL="97536" marR="97536" marT="48006" marB="48006"/>
                </a:tc>
                <a:tc>
                  <a:txBody>
                    <a:bodyPr/>
                    <a:lstStyle/>
                    <a:p>
                      <a:r>
                        <a:rPr lang="en-US" sz="1100" kern="1200" dirty="0">
                          <a:solidFill>
                            <a:schemeClr val="tx1"/>
                          </a:solidFill>
                          <a:latin typeface="Arial" pitchFamily="34" charset="0"/>
                          <a:ea typeface="+mn-ea"/>
                          <a:cs typeface="Arial" pitchFamily="34" charset="0"/>
                        </a:rPr>
                        <a:t>byte twelve = 0B1100; (to represent decimal 12)</a:t>
                      </a:r>
                    </a:p>
                  </a:txBody>
                  <a:tcPr marL="97536" marR="97536" marT="48006" marB="48006"/>
                </a:tc>
                <a:extLst>
                  <a:ext uri="{0D108BD9-81ED-4DB2-BD59-A6C34878D82A}">
                    <a16:rowId xmlns:a16="http://schemas.microsoft.com/office/drawing/2014/main" val="10005"/>
                  </a:ext>
                </a:extLst>
              </a:tr>
              <a:tr h="678738">
                <a:tc>
                  <a:txBody>
                    <a:bodyPr/>
                    <a:lstStyle/>
                    <a:p>
                      <a:r>
                        <a:rPr lang="en-US" sz="1100" kern="1200" dirty="0">
                          <a:solidFill>
                            <a:schemeClr val="tx1"/>
                          </a:solidFill>
                          <a:latin typeface="Arial" pitchFamily="34" charset="0"/>
                          <a:ea typeface="+mn-ea"/>
                          <a:cs typeface="Arial" pitchFamily="34" charset="0"/>
                        </a:rPr>
                        <a:t>Using Underscores</a:t>
                      </a:r>
                    </a:p>
                  </a:txBody>
                  <a:tcPr marL="97536" marR="97536" marT="48006" marB="48006"/>
                </a:tc>
                <a:tc>
                  <a:txBody>
                    <a:bodyPr/>
                    <a:lstStyle/>
                    <a:p>
                      <a:r>
                        <a:rPr lang="en-US" sz="1100" kern="1200" dirty="0" err="1">
                          <a:solidFill>
                            <a:schemeClr val="tx1"/>
                          </a:solidFill>
                          <a:latin typeface="Arial" pitchFamily="34" charset="0"/>
                          <a:ea typeface="+mn-ea"/>
                          <a:cs typeface="Arial" pitchFamily="34" charset="0"/>
                        </a:rPr>
                        <a:t>int</a:t>
                      </a:r>
                      <a:r>
                        <a:rPr lang="en-US" sz="1100" kern="1200" dirty="0">
                          <a:solidFill>
                            <a:schemeClr val="tx1"/>
                          </a:solidFill>
                          <a:latin typeface="Arial" pitchFamily="34" charset="0"/>
                          <a:ea typeface="+mn-ea"/>
                          <a:cs typeface="Arial" pitchFamily="34" charset="0"/>
                        </a:rPr>
                        <a:t> million = 1_000_000; </a:t>
                      </a:r>
                    </a:p>
                    <a:p>
                      <a:r>
                        <a:rPr lang="en-US" sz="1100" kern="1200" dirty="0" err="1">
                          <a:solidFill>
                            <a:schemeClr val="tx1"/>
                          </a:solidFill>
                          <a:latin typeface="Arial" pitchFamily="34" charset="0"/>
                          <a:ea typeface="+mn-ea"/>
                          <a:cs typeface="Arial" pitchFamily="34" charset="0"/>
                        </a:rPr>
                        <a:t>int</a:t>
                      </a:r>
                      <a:r>
                        <a:rPr lang="en-US" sz="1100" kern="1200" dirty="0">
                          <a:solidFill>
                            <a:schemeClr val="tx1"/>
                          </a:solidFill>
                          <a:latin typeface="Arial" pitchFamily="34" charset="0"/>
                          <a:ea typeface="+mn-ea"/>
                          <a:cs typeface="Arial" pitchFamily="34" charset="0"/>
                        </a:rPr>
                        <a:t> twelve = 0B_1100;</a:t>
                      </a:r>
                    </a:p>
                    <a:p>
                      <a:r>
                        <a:rPr lang="en-US" sz="1100" kern="1200" dirty="0">
                          <a:solidFill>
                            <a:schemeClr val="tx1"/>
                          </a:solidFill>
                          <a:latin typeface="Arial" pitchFamily="34" charset="0"/>
                          <a:ea typeface="+mn-ea"/>
                          <a:cs typeface="Arial" pitchFamily="34" charset="0"/>
                        </a:rPr>
                        <a:t>long multiplier = 12_34_56_78_90_00L;</a:t>
                      </a:r>
                    </a:p>
                  </a:txBody>
                  <a:tcPr marL="97536" marR="97536" marT="48006" marB="48006"/>
                </a:tc>
                <a:extLst>
                  <a:ext uri="{0D108BD9-81ED-4DB2-BD59-A6C34878D82A}">
                    <a16:rowId xmlns:a16="http://schemas.microsoft.com/office/drawing/2014/main" val="10006"/>
                  </a:ext>
                </a:extLst>
              </a:tr>
              <a:tr h="290888">
                <a:tc>
                  <a:txBody>
                    <a:bodyPr/>
                    <a:lstStyle/>
                    <a:p>
                      <a:r>
                        <a:rPr lang="en-US" sz="1100" kern="1200" dirty="0">
                          <a:solidFill>
                            <a:schemeClr val="tx1"/>
                          </a:solidFill>
                          <a:latin typeface="Arial" pitchFamily="34" charset="0"/>
                          <a:ea typeface="+mn-ea"/>
                          <a:cs typeface="Arial" pitchFamily="34" charset="0"/>
                        </a:rPr>
                        <a:t>Float</a:t>
                      </a:r>
                    </a:p>
                  </a:txBody>
                  <a:tcPr marL="97536" marR="97536" marT="48006" marB="48006"/>
                </a:tc>
                <a:tc>
                  <a:txBody>
                    <a:bodyPr/>
                    <a:lstStyle/>
                    <a:p>
                      <a:r>
                        <a:rPr lang="en-US" sz="1100" kern="1200" dirty="0">
                          <a:solidFill>
                            <a:schemeClr val="tx1"/>
                          </a:solidFill>
                          <a:latin typeface="Arial" pitchFamily="34" charset="0"/>
                          <a:ea typeface="+mn-ea"/>
                          <a:cs typeface="Arial" pitchFamily="34" charset="0"/>
                        </a:rPr>
                        <a:t>float x = 0.4f; float y = 1.23F, float z = 0.5e10;</a:t>
                      </a:r>
                    </a:p>
                  </a:txBody>
                  <a:tcPr marL="97536" marR="97536" marT="48006" marB="48006"/>
                </a:tc>
                <a:extLst>
                  <a:ext uri="{0D108BD9-81ED-4DB2-BD59-A6C34878D82A}">
                    <a16:rowId xmlns:a16="http://schemas.microsoft.com/office/drawing/2014/main" val="10007"/>
                  </a:ext>
                </a:extLst>
              </a:tr>
              <a:tr h="290888">
                <a:tc>
                  <a:txBody>
                    <a:bodyPr/>
                    <a:lstStyle/>
                    <a:p>
                      <a:r>
                        <a:rPr lang="en-US" sz="1100" kern="1200" dirty="0">
                          <a:solidFill>
                            <a:schemeClr val="tx1"/>
                          </a:solidFill>
                          <a:latin typeface="Arial" pitchFamily="34" charset="0"/>
                          <a:ea typeface="+mn-ea"/>
                          <a:cs typeface="Arial" pitchFamily="34" charset="0"/>
                        </a:rPr>
                        <a:t>Double</a:t>
                      </a:r>
                    </a:p>
                  </a:txBody>
                  <a:tcPr marL="97536" marR="97536" marT="48006" marB="48006"/>
                </a:tc>
                <a:tc>
                  <a:txBody>
                    <a:bodyPr/>
                    <a:lstStyle/>
                    <a:p>
                      <a:r>
                        <a:rPr lang="en-US" sz="1100" kern="1200" dirty="0">
                          <a:solidFill>
                            <a:schemeClr val="tx1"/>
                          </a:solidFill>
                          <a:latin typeface="Arial" pitchFamily="34" charset="0"/>
                          <a:ea typeface="+mn-ea"/>
                          <a:cs typeface="Arial" pitchFamily="34" charset="0"/>
                        </a:rPr>
                        <a:t>double x = 0.0D; double pi=3.14; double z=9e-9d;</a:t>
                      </a:r>
                    </a:p>
                  </a:txBody>
                  <a:tcPr marL="97536" marR="97536" marT="48006" marB="48006"/>
                </a:tc>
                <a:extLst>
                  <a:ext uri="{0D108BD9-81ED-4DB2-BD59-A6C34878D82A}">
                    <a16:rowId xmlns:a16="http://schemas.microsoft.com/office/drawing/2014/main" val="10008"/>
                  </a:ext>
                </a:extLst>
              </a:tr>
              <a:tr h="290888">
                <a:tc>
                  <a:txBody>
                    <a:bodyPr/>
                    <a:lstStyle/>
                    <a:p>
                      <a:r>
                        <a:rPr lang="en-US" sz="1100" kern="1200" dirty="0">
                          <a:solidFill>
                            <a:schemeClr val="tx1"/>
                          </a:solidFill>
                          <a:latin typeface="Arial" pitchFamily="34" charset="0"/>
                          <a:ea typeface="+mn-ea"/>
                          <a:cs typeface="Arial" pitchFamily="34" charset="0"/>
                        </a:rPr>
                        <a:t>Boolean</a:t>
                      </a:r>
                    </a:p>
                  </a:txBody>
                  <a:tcPr marL="97536" marR="97536" marT="48006" marB="48006"/>
                </a:tc>
                <a:tc>
                  <a:txBody>
                    <a:bodyPr/>
                    <a:lstStyle/>
                    <a:p>
                      <a:r>
                        <a:rPr lang="en-US" sz="1100" kern="1200" dirty="0" err="1">
                          <a:solidFill>
                            <a:schemeClr val="tx1"/>
                          </a:solidFill>
                          <a:latin typeface="Arial" pitchFamily="34" charset="0"/>
                          <a:ea typeface="+mn-ea"/>
                          <a:cs typeface="Arial" pitchFamily="34" charset="0"/>
                        </a:rPr>
                        <a:t>boolean</a:t>
                      </a:r>
                      <a:r>
                        <a:rPr lang="en-US" sz="1100" kern="1200" dirty="0">
                          <a:solidFill>
                            <a:schemeClr val="tx1"/>
                          </a:solidFill>
                          <a:latin typeface="Arial" pitchFamily="34" charset="0"/>
                          <a:ea typeface="+mn-ea"/>
                          <a:cs typeface="Arial" pitchFamily="34" charset="0"/>
                        </a:rPr>
                        <a:t> member=true; </a:t>
                      </a:r>
                      <a:r>
                        <a:rPr lang="en-US" sz="1100" kern="1200" dirty="0" err="1">
                          <a:solidFill>
                            <a:schemeClr val="tx1"/>
                          </a:solidFill>
                          <a:latin typeface="Arial" pitchFamily="34" charset="0"/>
                          <a:ea typeface="+mn-ea"/>
                          <a:cs typeface="Arial" pitchFamily="34" charset="0"/>
                        </a:rPr>
                        <a:t>boolean</a:t>
                      </a:r>
                      <a:r>
                        <a:rPr lang="en-US" sz="1100" kern="1200" dirty="0">
                          <a:solidFill>
                            <a:schemeClr val="tx1"/>
                          </a:solidFill>
                          <a:latin typeface="Arial" pitchFamily="34" charset="0"/>
                          <a:ea typeface="+mn-ea"/>
                          <a:cs typeface="Arial" pitchFamily="34" charset="0"/>
                        </a:rPr>
                        <a:t> applied=false;</a:t>
                      </a:r>
                    </a:p>
                  </a:txBody>
                  <a:tcPr marL="97536" marR="97536" marT="48006" marB="48006"/>
                </a:tc>
                <a:extLst>
                  <a:ext uri="{0D108BD9-81ED-4DB2-BD59-A6C34878D82A}">
                    <a16:rowId xmlns:a16="http://schemas.microsoft.com/office/drawing/2014/main" val="10009"/>
                  </a:ext>
                </a:extLst>
              </a:tr>
              <a:tr h="290888">
                <a:tc>
                  <a:txBody>
                    <a:bodyPr/>
                    <a:lstStyle/>
                    <a:p>
                      <a:r>
                        <a:rPr lang="en-US" sz="1100" kern="1200" dirty="0">
                          <a:solidFill>
                            <a:schemeClr val="tx1"/>
                          </a:solidFill>
                          <a:latin typeface="Arial" pitchFamily="34" charset="0"/>
                          <a:ea typeface="+mn-ea"/>
                          <a:cs typeface="Arial" pitchFamily="34" charset="0"/>
                        </a:rPr>
                        <a:t>Character</a:t>
                      </a:r>
                    </a:p>
                  </a:txBody>
                  <a:tcPr marL="97536" marR="97536" marT="48006" marB="48006"/>
                </a:tc>
                <a:tc>
                  <a:txBody>
                    <a:bodyPr/>
                    <a:lstStyle/>
                    <a:p>
                      <a:r>
                        <a:rPr lang="en-US" sz="1100" kern="1200" dirty="0">
                          <a:solidFill>
                            <a:schemeClr val="tx1"/>
                          </a:solidFill>
                          <a:latin typeface="Arial" pitchFamily="34" charset="0"/>
                          <a:ea typeface="+mn-ea"/>
                          <a:cs typeface="Arial" pitchFamily="34" charset="0"/>
                        </a:rPr>
                        <a:t>char gender = ‘m’;</a:t>
                      </a:r>
                    </a:p>
                  </a:txBody>
                  <a:tcPr marL="97536" marR="97536" marT="48006" marB="48006"/>
                </a:tc>
                <a:extLst>
                  <a:ext uri="{0D108BD9-81ED-4DB2-BD59-A6C34878D82A}">
                    <a16:rowId xmlns:a16="http://schemas.microsoft.com/office/drawing/2014/main" val="10010"/>
                  </a:ext>
                </a:extLst>
              </a:tr>
              <a:tr h="290888">
                <a:tc>
                  <a:txBody>
                    <a:bodyPr/>
                    <a:lstStyle/>
                    <a:p>
                      <a:r>
                        <a:rPr lang="en-US" sz="1100" kern="1200" dirty="0">
                          <a:solidFill>
                            <a:schemeClr val="tx1"/>
                          </a:solidFill>
                          <a:latin typeface="Arial" pitchFamily="34" charset="0"/>
                          <a:ea typeface="+mn-ea"/>
                          <a:cs typeface="Arial" pitchFamily="34" charset="0"/>
                        </a:rPr>
                        <a:t>String</a:t>
                      </a:r>
                    </a:p>
                  </a:txBody>
                  <a:tcPr marL="97536" marR="97536" marT="48006" marB="48006"/>
                </a:tc>
                <a:tc>
                  <a:txBody>
                    <a:bodyPr/>
                    <a:lstStyle/>
                    <a:p>
                      <a:r>
                        <a:rPr lang="en-US" sz="1100" kern="1200" dirty="0">
                          <a:solidFill>
                            <a:schemeClr val="tx1"/>
                          </a:solidFill>
                          <a:latin typeface="Arial" pitchFamily="34" charset="0"/>
                          <a:ea typeface="+mn-ea"/>
                          <a:cs typeface="Arial" pitchFamily="34" charset="0"/>
                        </a:rPr>
                        <a:t>String </a:t>
                      </a:r>
                      <a:r>
                        <a:rPr lang="en-US" sz="1100" kern="1200" dirty="0" err="1">
                          <a:solidFill>
                            <a:schemeClr val="tx1"/>
                          </a:solidFill>
                          <a:latin typeface="Arial" pitchFamily="34" charset="0"/>
                          <a:ea typeface="+mn-ea"/>
                          <a:cs typeface="Arial" pitchFamily="34" charset="0"/>
                        </a:rPr>
                        <a:t>str</a:t>
                      </a:r>
                      <a:r>
                        <a:rPr lang="en-US" sz="1100" kern="1200" dirty="0">
                          <a:solidFill>
                            <a:schemeClr val="tx1"/>
                          </a:solidFill>
                          <a:latin typeface="Arial" pitchFamily="34" charset="0"/>
                          <a:ea typeface="+mn-ea"/>
                          <a:cs typeface="Arial" pitchFamily="34" charset="0"/>
                        </a:rPr>
                        <a:t> = “Hello World”;</a:t>
                      </a:r>
                    </a:p>
                  </a:txBody>
                  <a:tcPr marL="97536" marR="97536" marT="48006" marB="48006"/>
                </a:tc>
                <a:extLst>
                  <a:ext uri="{0D108BD9-81ED-4DB2-BD59-A6C34878D82A}">
                    <a16:rowId xmlns:a16="http://schemas.microsoft.com/office/drawing/2014/main" val="10011"/>
                  </a:ext>
                </a:extLst>
              </a:tr>
              <a:tr h="290888">
                <a:tc>
                  <a:txBody>
                    <a:bodyPr/>
                    <a:lstStyle/>
                    <a:p>
                      <a:r>
                        <a:rPr lang="en-US" sz="1100" kern="1200" dirty="0">
                          <a:solidFill>
                            <a:schemeClr val="tx1"/>
                          </a:solidFill>
                          <a:latin typeface="Arial" pitchFamily="34" charset="0"/>
                          <a:ea typeface="+mn-ea"/>
                          <a:cs typeface="Arial" pitchFamily="34" charset="0"/>
                        </a:rPr>
                        <a:t>Null</a:t>
                      </a:r>
                    </a:p>
                  </a:txBody>
                  <a:tcPr marL="97536" marR="97536" marT="48006" marB="48006"/>
                </a:tc>
                <a:tc>
                  <a:txBody>
                    <a:bodyPr/>
                    <a:lstStyle/>
                    <a:p>
                      <a:r>
                        <a:rPr lang="en-US" sz="1100" kern="1200" dirty="0">
                          <a:solidFill>
                            <a:schemeClr val="tx1"/>
                          </a:solidFill>
                          <a:latin typeface="Arial" pitchFamily="34" charset="0"/>
                          <a:ea typeface="+mn-ea"/>
                          <a:cs typeface="Arial" pitchFamily="34" charset="0"/>
                        </a:rPr>
                        <a:t>Employee </a:t>
                      </a:r>
                      <a:r>
                        <a:rPr lang="en-US" sz="1100" kern="1200" dirty="0" err="1">
                          <a:solidFill>
                            <a:schemeClr val="tx1"/>
                          </a:solidFill>
                          <a:latin typeface="Arial" pitchFamily="34" charset="0"/>
                          <a:ea typeface="+mn-ea"/>
                          <a:cs typeface="Arial" pitchFamily="34" charset="0"/>
                        </a:rPr>
                        <a:t>emp</a:t>
                      </a:r>
                      <a:r>
                        <a:rPr lang="en-US" sz="1100" kern="1200" dirty="0">
                          <a:solidFill>
                            <a:schemeClr val="tx1"/>
                          </a:solidFill>
                          <a:latin typeface="Arial" pitchFamily="34" charset="0"/>
                          <a:ea typeface="+mn-ea"/>
                          <a:cs typeface="Arial" pitchFamily="34" charset="0"/>
                        </a:rPr>
                        <a:t> = null;</a:t>
                      </a:r>
                    </a:p>
                  </a:txBody>
                  <a:tcPr marL="97536" marR="97536" marT="48006" marB="48006"/>
                </a:tc>
                <a:extLst>
                  <a:ext uri="{0D108BD9-81ED-4DB2-BD59-A6C34878D82A}">
                    <a16:rowId xmlns:a16="http://schemas.microsoft.com/office/drawing/2014/main" val="10012"/>
                  </a:ext>
                </a:extLst>
              </a:tr>
            </a:tbl>
          </a:graphicData>
        </a:graphic>
      </p:graphicFrame>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a:bodyPr>
          <a:lstStyle/>
          <a:p>
            <a:r>
              <a:rPr lang="en-US" dirty="0"/>
              <a:t>Java being a programming language, offers a number of programming constructs for decision making and looping. </a:t>
            </a:r>
          </a:p>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fontScale="62500" lnSpcReduction="20000"/>
          </a:bodyPr>
          <a:lstStyle/>
          <a:p>
            <a:r>
              <a:rPr lang="en-US" b="1" dirty="0"/>
              <a:t>If Statement:</a:t>
            </a:r>
          </a:p>
          <a:p>
            <a:r>
              <a:rPr lang="en-US" dirty="0"/>
              <a:t>The if statement is Java’s conditional branch statement. It can be used to route program execution through two different paths. </a:t>
            </a:r>
          </a:p>
          <a:p>
            <a:r>
              <a:rPr lang="en-US" dirty="0"/>
              <a:t>Each statement may be a single statement or a compound statement enclosed in curly braces. The condition is any expression that returns a </a:t>
            </a:r>
            <a:r>
              <a:rPr lang="en-US" dirty="0" err="1"/>
              <a:t>boolean</a:t>
            </a:r>
            <a:r>
              <a:rPr lang="en-US" dirty="0"/>
              <a:t> value. The else clause is optional.</a:t>
            </a:r>
          </a:p>
          <a:p>
            <a:r>
              <a:rPr lang="en-US" dirty="0"/>
              <a:t>The if works like this: If the condition is true, then statement1 is executed. Otherwise, statement2 (if it exists) is executed. In no case will both statements be executed. For example, consider the following:</a:t>
            </a:r>
          </a:p>
          <a:p>
            <a:endParaRPr lang="en-US" dirty="0"/>
          </a:p>
        </p:txBody>
      </p:sp>
      <p:sp>
        <p:nvSpPr>
          <p:cNvPr id="6" name="AutoShape 7"/>
          <p:cNvSpPr>
            <a:spLocks noChangeArrowheads="1"/>
          </p:cNvSpPr>
          <p:nvPr/>
        </p:nvSpPr>
        <p:spPr bwMode="auto">
          <a:xfrm>
            <a:off x="3041884" y="6180909"/>
            <a:ext cx="2440055" cy="805976"/>
          </a:xfrm>
          <a:prstGeom prst="roundRect">
            <a:avLst>
              <a:gd name="adj" fmla="val 16667"/>
            </a:avLst>
          </a:prstGeom>
          <a:noFill/>
          <a:ln w="9525">
            <a:solidFill>
              <a:schemeClr val="tx1"/>
            </a:solidFill>
            <a:round/>
            <a:headEnd/>
            <a:tailEnd/>
          </a:ln>
          <a:effectLst/>
        </p:spPr>
        <p:txBody>
          <a:bodyPr wrap="none" lIns="104704" tIns="52352" rIns="104704" bIns="52352" anchor="ctr"/>
          <a:lstStyle/>
          <a:p>
            <a:pPr lvl="1"/>
            <a:r>
              <a:rPr lang="en-US" sz="1100" dirty="0" err="1">
                <a:latin typeface="Arial" pitchFamily="34" charset="0"/>
                <a:cs typeface="Arial" pitchFamily="34" charset="0"/>
              </a:rPr>
              <a:t>int</a:t>
            </a:r>
            <a:r>
              <a:rPr lang="en-US" sz="1100" dirty="0">
                <a:latin typeface="Arial" pitchFamily="34" charset="0"/>
                <a:cs typeface="Arial" pitchFamily="34" charset="0"/>
              </a:rPr>
              <a:t> a, b;</a:t>
            </a:r>
          </a:p>
          <a:p>
            <a:pPr lvl="1"/>
            <a:r>
              <a:rPr lang="en-US" sz="1100" dirty="0">
                <a:latin typeface="Arial" pitchFamily="34" charset="0"/>
                <a:cs typeface="Arial" pitchFamily="34" charset="0"/>
              </a:rPr>
              <a:t>if(a &lt; b) a = 0;</a:t>
            </a:r>
          </a:p>
          <a:p>
            <a:pPr lvl="1"/>
            <a:r>
              <a:rPr lang="en-US" sz="1100" dirty="0">
                <a:latin typeface="Arial" pitchFamily="34" charset="0"/>
                <a:cs typeface="Arial" pitchFamily="34" charset="0"/>
              </a:rPr>
              <a:t>else b = 0;</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fontScale="62500" lnSpcReduction="20000"/>
          </a:bodyPr>
          <a:lstStyle/>
          <a:p>
            <a:r>
              <a:rPr lang="en-US" b="1" dirty="0"/>
              <a:t>Switch – Case:</a:t>
            </a:r>
          </a:p>
          <a:p>
            <a:r>
              <a:rPr lang="en-US" dirty="0"/>
              <a:t>The </a:t>
            </a:r>
            <a:r>
              <a:rPr lang="en-US" i="1" dirty="0"/>
              <a:t>switch </a:t>
            </a:r>
            <a:r>
              <a:rPr lang="en-US" dirty="0"/>
              <a:t>statement is Java’s multi-way branch statement. It provides an easy way to dispatch execution to different parts of your code based on the value of an expression.</a:t>
            </a:r>
          </a:p>
          <a:p>
            <a:r>
              <a:rPr lang="en-US" dirty="0"/>
              <a:t>The switch-expression must evaluate to any of the following type: </a:t>
            </a:r>
          </a:p>
          <a:p>
            <a:pPr marL="664546" lvl="1" indent="-181240">
              <a:buFont typeface="Arial" panose="020B0604020202020204" pitchFamily="34" charset="0"/>
              <a:buChar char="•"/>
            </a:pPr>
            <a:r>
              <a:rPr lang="en-US" dirty="0"/>
              <a:t>byte</a:t>
            </a:r>
          </a:p>
          <a:p>
            <a:pPr marL="664546" lvl="1" indent="-181240">
              <a:buFont typeface="Arial" panose="020B0604020202020204" pitchFamily="34" charset="0"/>
              <a:buChar char="•"/>
            </a:pPr>
            <a:r>
              <a:rPr lang="en-US" dirty="0"/>
              <a:t>short</a:t>
            </a:r>
          </a:p>
          <a:p>
            <a:pPr marL="664546" lvl="1" indent="-181240">
              <a:buFont typeface="Arial" panose="020B0604020202020204" pitchFamily="34" charset="0"/>
              <a:buChar char="•"/>
            </a:pPr>
            <a:r>
              <a:rPr lang="en-US" dirty="0"/>
              <a:t>char </a:t>
            </a:r>
          </a:p>
          <a:p>
            <a:pPr marL="664546" lvl="1" indent="-181240">
              <a:buFont typeface="Arial" panose="020B0604020202020204" pitchFamily="34" charset="0"/>
              <a:buChar char="•"/>
            </a:pPr>
            <a:r>
              <a:rPr lang="en-US" dirty="0" err="1"/>
              <a:t>int</a:t>
            </a:r>
            <a:endParaRPr lang="en-US" dirty="0"/>
          </a:p>
          <a:p>
            <a:pPr marL="664546" lvl="1" indent="-181240">
              <a:buFont typeface="Arial" panose="020B0604020202020204" pitchFamily="34" charset="0"/>
              <a:buChar char="•"/>
            </a:pPr>
            <a:r>
              <a:rPr lang="en-US" dirty="0" err="1"/>
              <a:t>enum</a:t>
            </a:r>
            <a:endParaRPr lang="en-US" dirty="0"/>
          </a:p>
          <a:p>
            <a:pPr marL="664546" lvl="1" indent="-181240">
              <a:buFont typeface="Arial" panose="020B0604020202020204" pitchFamily="34" charset="0"/>
              <a:buChar char="•"/>
            </a:pPr>
            <a:r>
              <a:rPr lang="en-US" b="1" dirty="0"/>
              <a:t>String</a:t>
            </a:r>
            <a:r>
              <a:rPr lang="en-US" dirty="0"/>
              <a:t>.</a:t>
            </a:r>
          </a:p>
          <a:p>
            <a:r>
              <a:rPr lang="en-US" dirty="0"/>
              <a:t>As such, it often provides a better alternative than a large series of </a:t>
            </a:r>
            <a:r>
              <a:rPr lang="en-US" i="1" dirty="0"/>
              <a:t>if-else-if </a:t>
            </a:r>
            <a:r>
              <a:rPr lang="en-US" dirty="0"/>
              <a:t>statements.</a:t>
            </a:r>
            <a:endParaRPr lang="en-US" b="1" dirty="0"/>
          </a:p>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fontScale="47500" lnSpcReduction="20000"/>
          </a:bodyPr>
          <a:lstStyle/>
          <a:p>
            <a:r>
              <a:rPr lang="en-US" b="1" u="sng" dirty="0"/>
              <a:t>while statement:</a:t>
            </a:r>
          </a:p>
          <a:p>
            <a:r>
              <a:rPr lang="en-US" dirty="0"/>
              <a:t>The body of the loop is executed as long as the conditional expression is true. When </a:t>
            </a:r>
            <a:r>
              <a:rPr lang="en-US" i="1" dirty="0"/>
              <a:t>condition </a:t>
            </a:r>
            <a:r>
              <a:rPr lang="en-US" dirty="0"/>
              <a:t>becomes false, control passes to the next line of code immediately following the loop. Example:</a:t>
            </a:r>
          </a:p>
          <a:p>
            <a:r>
              <a:rPr lang="en-US" dirty="0">
                <a:solidFill>
                  <a:srgbClr val="993300"/>
                </a:solidFill>
              </a:rPr>
              <a:t>       </a:t>
            </a:r>
          </a:p>
          <a:p>
            <a:pPr>
              <a:spcBef>
                <a:spcPct val="10000"/>
              </a:spcBef>
            </a:pPr>
            <a:r>
              <a:rPr lang="en-US" dirty="0">
                <a:solidFill>
                  <a:srgbClr val="993300"/>
                </a:solidFill>
              </a:rPr>
              <a:t>         </a:t>
            </a:r>
            <a:endParaRPr lang="en-US"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Output: </a:t>
            </a:r>
            <a:r>
              <a:rPr lang="en-US" dirty="0"/>
              <a:t>5 4 3 2 1</a:t>
            </a:r>
          </a:p>
          <a:p>
            <a:r>
              <a:rPr lang="en-US" dirty="0"/>
              <a:t>The while</a:t>
            </a:r>
            <a:r>
              <a:rPr lang="en-US" b="1" dirty="0"/>
              <a:t> </a:t>
            </a:r>
            <a:r>
              <a:rPr lang="en-US" dirty="0"/>
              <a:t>loop evaluates its conditional expression at the top of the loop. Hence, if the condition is false to begin with, the body of the loop will not execute even once.  </a:t>
            </a:r>
          </a:p>
          <a:p>
            <a:r>
              <a:rPr lang="en-US" b="1" u="sng" dirty="0"/>
              <a:t>do – while loop:</a:t>
            </a:r>
          </a:p>
          <a:p>
            <a:r>
              <a:rPr lang="en-US" dirty="0"/>
              <a:t>This construct executes the body of a </a:t>
            </a:r>
            <a:r>
              <a:rPr lang="en-US" b="1" dirty="0"/>
              <a:t>while </a:t>
            </a:r>
            <a:r>
              <a:rPr lang="en-US" dirty="0"/>
              <a:t>loop at least once, even if the conditional expression is false to begin with. The termination expression is tested at the </a:t>
            </a:r>
            <a:r>
              <a:rPr lang="en-US" b="1" dirty="0"/>
              <a:t>end</a:t>
            </a:r>
            <a:r>
              <a:rPr lang="en-US" dirty="0"/>
              <a:t> of the loop rather than at the beginning. </a:t>
            </a:r>
          </a:p>
          <a:p>
            <a:endParaRPr lang="en-US" dirty="0"/>
          </a:p>
        </p:txBody>
      </p:sp>
      <p:sp>
        <p:nvSpPr>
          <p:cNvPr id="4" name="AutoShape 6"/>
          <p:cNvSpPr>
            <a:spLocks noChangeArrowheads="1"/>
          </p:cNvSpPr>
          <p:nvPr/>
        </p:nvSpPr>
        <p:spPr bwMode="auto">
          <a:xfrm>
            <a:off x="2324618" y="5261370"/>
            <a:ext cx="4206993" cy="1343293"/>
          </a:xfrm>
          <a:prstGeom prst="roundRect">
            <a:avLst>
              <a:gd name="adj" fmla="val 16667"/>
            </a:avLst>
          </a:prstGeom>
          <a:noFill/>
          <a:ln w="9525">
            <a:solidFill>
              <a:schemeClr val="tx1"/>
            </a:solidFill>
            <a:round/>
            <a:headEnd/>
            <a:tailEnd/>
          </a:ln>
          <a:effectLst/>
        </p:spPr>
        <p:txBody>
          <a:bodyPr wrap="none" lIns="104704" tIns="52352" rIns="104704" bIns="52352" anchor="ctr"/>
          <a:lstStyle/>
          <a:p>
            <a:r>
              <a:rPr lang="en-US" sz="1200" dirty="0">
                <a:latin typeface="Candara" pitchFamily="34" charset="0"/>
                <a:cs typeface="Arial" pitchFamily="34" charset="0"/>
              </a:rPr>
              <a:t>class </a:t>
            </a:r>
            <a:r>
              <a:rPr lang="en-US" sz="1200" dirty="0" err="1">
                <a:latin typeface="Candara" pitchFamily="34" charset="0"/>
                <a:cs typeface="Arial" pitchFamily="34" charset="0"/>
              </a:rPr>
              <a:t>Samplewhile</a:t>
            </a:r>
            <a:r>
              <a:rPr lang="en-US" sz="1200" dirty="0">
                <a:latin typeface="Candara" pitchFamily="34" charset="0"/>
                <a:cs typeface="Arial" pitchFamily="34" charset="0"/>
              </a:rPr>
              <a:t> {</a:t>
            </a:r>
          </a:p>
          <a:p>
            <a:pPr lvl="1"/>
            <a:r>
              <a:rPr lang="en-US" sz="1200" dirty="0">
                <a:latin typeface="Candara" pitchFamily="34" charset="0"/>
                <a:cs typeface="Arial" pitchFamily="34" charset="0"/>
              </a:rPr>
              <a:t>    public static void main(String </a:t>
            </a:r>
            <a:r>
              <a:rPr lang="en-US" sz="1200" dirty="0" err="1">
                <a:latin typeface="Candara" pitchFamily="34" charset="0"/>
                <a:cs typeface="Arial" pitchFamily="34" charset="0"/>
              </a:rPr>
              <a:t>args</a:t>
            </a:r>
            <a:r>
              <a:rPr lang="en-US" sz="1200" dirty="0">
                <a:latin typeface="Candara" pitchFamily="34" charset="0"/>
                <a:cs typeface="Arial" pitchFamily="34" charset="0"/>
              </a:rPr>
              <a:t>[]) {</a:t>
            </a:r>
          </a:p>
          <a:p>
            <a:pPr lvl="1"/>
            <a:r>
              <a:rPr lang="en-US" sz="1200" dirty="0">
                <a:latin typeface="Candara" pitchFamily="34" charset="0"/>
                <a:cs typeface="Arial" pitchFamily="34" charset="0"/>
              </a:rPr>
              <a:t>           </a:t>
            </a:r>
            <a:r>
              <a:rPr lang="en-US" sz="1200" dirty="0" err="1">
                <a:latin typeface="Candara" pitchFamily="34" charset="0"/>
                <a:cs typeface="Arial" pitchFamily="34" charset="0"/>
              </a:rPr>
              <a:t>int</a:t>
            </a:r>
            <a:r>
              <a:rPr lang="en-US" sz="1200" dirty="0">
                <a:latin typeface="Candara" pitchFamily="34" charset="0"/>
                <a:cs typeface="Arial" pitchFamily="34" charset="0"/>
              </a:rPr>
              <a:t> n = 5;</a:t>
            </a:r>
          </a:p>
          <a:p>
            <a:pPr lvl="1"/>
            <a:r>
              <a:rPr lang="en-US" sz="1200" dirty="0">
                <a:latin typeface="Candara" pitchFamily="34" charset="0"/>
                <a:cs typeface="Arial" pitchFamily="34" charset="0"/>
              </a:rPr>
              <a:t>           while(n &gt; 0) {</a:t>
            </a:r>
          </a:p>
          <a:p>
            <a:pPr lvl="1"/>
            <a:r>
              <a:rPr lang="en-US" sz="1200" dirty="0">
                <a:latin typeface="Candara" pitchFamily="34" charset="0"/>
                <a:cs typeface="Arial" pitchFamily="34" charset="0"/>
              </a:rPr>
              <a:t>               </a:t>
            </a:r>
            <a:r>
              <a:rPr lang="en-US" sz="1200" dirty="0" err="1">
                <a:latin typeface="Candara" pitchFamily="34" charset="0"/>
                <a:cs typeface="Arial" pitchFamily="34" charset="0"/>
              </a:rPr>
              <a:t>System.out.print</a:t>
            </a:r>
            <a:r>
              <a:rPr lang="en-US" sz="1200" dirty="0">
                <a:latin typeface="Candara" pitchFamily="34" charset="0"/>
                <a:cs typeface="Arial" pitchFamily="34" charset="0"/>
              </a:rPr>
              <a:t>(n+”\t”);</a:t>
            </a:r>
          </a:p>
          <a:p>
            <a:pPr lvl="1"/>
            <a:r>
              <a:rPr lang="en-US" sz="1200" dirty="0">
                <a:latin typeface="Candara" pitchFamily="34" charset="0"/>
                <a:cs typeface="Arial" pitchFamily="34" charset="0"/>
              </a:rPr>
              <a:t>                n--;</a:t>
            </a:r>
          </a:p>
          <a:p>
            <a:pPr lvl="1"/>
            <a:r>
              <a:rPr lang="en-US" sz="1200" dirty="0">
                <a:latin typeface="Candara" pitchFamily="34" charset="0"/>
                <a:cs typeface="Arial" pitchFamily="34" charset="0"/>
              </a:rPr>
              <a:t> } }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fontScale="55000" lnSpcReduction="20000"/>
          </a:bodyPr>
          <a:lstStyle/>
          <a:p>
            <a:r>
              <a:rPr lang="en-US" b="1" u="sng" dirty="0"/>
              <a:t>for loop:</a:t>
            </a:r>
          </a:p>
          <a:p>
            <a:r>
              <a:rPr lang="en-US" dirty="0"/>
              <a:t>When the </a:t>
            </a:r>
            <a:r>
              <a:rPr lang="en-US" b="1" dirty="0"/>
              <a:t>for </a:t>
            </a:r>
            <a:r>
              <a:rPr lang="en-US" dirty="0"/>
              <a:t>loop first starts, the </a:t>
            </a:r>
            <a:r>
              <a:rPr lang="en-US" i="1" dirty="0"/>
              <a:t>initialization </a:t>
            </a:r>
            <a:r>
              <a:rPr lang="en-US" dirty="0"/>
              <a:t>portion of the loop is executed. Generally, this is an expression that sets the value of the </a:t>
            </a:r>
            <a:r>
              <a:rPr lang="en-US" i="1" dirty="0"/>
              <a:t>loop control variable, </a:t>
            </a:r>
            <a:r>
              <a:rPr lang="en-US" dirty="0"/>
              <a:t>which acts as a counter that controls the loop. The initialization expression is only executed once. Next, </a:t>
            </a:r>
            <a:r>
              <a:rPr lang="en-US" i="1" dirty="0"/>
              <a:t>condition </a:t>
            </a:r>
            <a:r>
              <a:rPr lang="en-US" dirty="0"/>
              <a:t>is evaluated. It usually tests the loop control variable against a target value. If this expression is true, then the body of the loop is executed, else the loop terminates. Next, the </a:t>
            </a:r>
            <a:r>
              <a:rPr lang="en-US" i="1" dirty="0"/>
              <a:t>incremental </a:t>
            </a:r>
            <a:r>
              <a:rPr lang="en-US" dirty="0"/>
              <a:t>portion of the loop is executed. This is usually an expression that increments or decrements the loop control variable. The loop then iterates, first evaluating the conditional expression, then executing the body of the loop, and then executing the iteration expression with each pass. This process repeats until the controlling expression is false.</a:t>
            </a:r>
          </a:p>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a:bodyPr>
          <a:lstStyle/>
          <a:p>
            <a:pPr defTabSz="966612">
              <a:defRPr/>
            </a:pPr>
            <a:r>
              <a:rPr lang="en-US" dirty="0"/>
              <a:t>Add the notes here.</a:t>
            </a:r>
          </a:p>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fontScale="47500" lnSpcReduction="20000"/>
          </a:bodyPr>
          <a:lstStyle/>
          <a:p>
            <a:pPr fontAlgn="t">
              <a:lnSpc>
                <a:spcPct val="90000"/>
              </a:lnSpc>
            </a:pPr>
            <a:r>
              <a:rPr lang="en-US" b="1" dirty="0"/>
              <a:t>Always use an </a:t>
            </a:r>
            <a:r>
              <a:rPr lang="en-US" b="1" dirty="0" err="1"/>
              <a:t>int</a:t>
            </a:r>
            <a:r>
              <a:rPr lang="en-US" b="1" dirty="0"/>
              <a:t> data type as the loop index variable whenever possible.</a:t>
            </a:r>
            <a:r>
              <a:rPr lang="en-US" b="1" dirty="0">
                <a:cs typeface="Times New Roman" pitchFamily="18" charset="0"/>
              </a:rPr>
              <a:t> </a:t>
            </a:r>
          </a:p>
          <a:p>
            <a:pPr fontAlgn="t">
              <a:lnSpc>
                <a:spcPct val="90000"/>
              </a:lnSpc>
            </a:pPr>
            <a:r>
              <a:rPr lang="en-US" dirty="0">
                <a:cs typeface="Times New Roman" pitchFamily="18" charset="0"/>
              </a:rPr>
              <a:t>It is efficient when compared to using byte or short data types. This is because when we use byte or short data type as the loop index variable they involve implicit type cast to </a:t>
            </a:r>
            <a:r>
              <a:rPr lang="en-US" dirty="0" err="1">
                <a:cs typeface="Times New Roman" pitchFamily="18" charset="0"/>
              </a:rPr>
              <a:t>int</a:t>
            </a:r>
            <a:r>
              <a:rPr lang="en-US" dirty="0">
                <a:cs typeface="Times New Roman" pitchFamily="18" charset="0"/>
              </a:rPr>
              <a:t> data type.</a:t>
            </a:r>
          </a:p>
          <a:p>
            <a:pPr fontAlgn="t">
              <a:lnSpc>
                <a:spcPct val="90000"/>
              </a:lnSpc>
            </a:pPr>
            <a:endParaRPr lang="en-US" b="1" dirty="0">
              <a:cs typeface="Times New Roman" pitchFamily="18" charset="0"/>
            </a:endParaRPr>
          </a:p>
          <a:p>
            <a:pPr fontAlgn="t">
              <a:lnSpc>
                <a:spcPct val="90000"/>
              </a:lnSpc>
            </a:pPr>
            <a:r>
              <a:rPr lang="en-US" b="1" dirty="0">
                <a:cs typeface="Times New Roman" pitchFamily="18" charset="0"/>
              </a:rPr>
              <a:t>Use for-each liberally.</a:t>
            </a:r>
          </a:p>
          <a:p>
            <a:pPr fontAlgn="t">
              <a:lnSpc>
                <a:spcPct val="90000"/>
              </a:lnSpc>
            </a:pPr>
            <a:r>
              <a:rPr lang="en-US" dirty="0"/>
              <a:t>The for-each loop is used with both collections and arrays. It is intended to simplify the most common form of iteration, where the iterator or index is used solely for iteration, and not for any other kind of operation, such as removing or editing an item in the collection or array. </a:t>
            </a:r>
          </a:p>
          <a:p>
            <a:pPr fontAlgn="t">
              <a:lnSpc>
                <a:spcPct val="90000"/>
              </a:lnSpc>
            </a:pPr>
            <a:endParaRPr lang="en-US" dirty="0"/>
          </a:p>
          <a:p>
            <a:pPr fontAlgn="t">
              <a:lnSpc>
                <a:spcPct val="90000"/>
              </a:lnSpc>
            </a:pPr>
            <a:r>
              <a:rPr lang="en-US" dirty="0"/>
              <a:t>When there is a choice, the for-each loop should be preferred over the for loop, since it increases legibility. </a:t>
            </a:r>
            <a:endParaRPr lang="en-US" dirty="0">
              <a:cs typeface="Times New Roman" pitchFamily="18" charset="0"/>
            </a:endParaRPr>
          </a:p>
          <a:p>
            <a:pPr fontAlgn="t">
              <a:lnSpc>
                <a:spcPct val="90000"/>
              </a:lnSpc>
            </a:pPr>
            <a:endParaRPr lang="en-US" b="1" dirty="0"/>
          </a:p>
          <a:p>
            <a:pPr fontAlgn="t">
              <a:lnSpc>
                <a:spcPct val="90000"/>
              </a:lnSpc>
            </a:pPr>
            <a:r>
              <a:rPr lang="en-US" b="1" dirty="0"/>
              <a:t>Switch Case statement.</a:t>
            </a:r>
          </a:p>
          <a:p>
            <a:pPr fontAlgn="t">
              <a:lnSpc>
                <a:spcPct val="90000"/>
              </a:lnSpc>
            </a:pPr>
            <a:r>
              <a:rPr lang="en-US" dirty="0"/>
              <a:t>One peculiar fact about switch statements is that code consisting of case with consecutive constants like 0,1,2 are faster than with case with constants like 2, 6, 7, 14, etc.  This is because in the former switching between options requires less offset and it takes only 16 bytes. But in the later the offset is higher and it might take 32 or more bytes.</a:t>
            </a:r>
          </a:p>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73200" y="720725"/>
            <a:ext cx="6245225"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2.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2.emf"/><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oleObject" Target="../embeddings/oleObject4.bin"/><Relationship Id="rId5" Type="http://schemas.openxmlformats.org/officeDocument/2006/relationships/slideMaster" Target="../slideMasters/slideMaster1.xml"/><Relationship Id="rId4" Type="http://schemas.openxmlformats.org/officeDocument/2006/relationships/tags" Target="../tags/tag19.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2.xml"/><Relationship Id="rId7" Type="http://schemas.openxmlformats.org/officeDocument/2006/relationships/image" Target="../media/image2.emf"/><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23.xml"/></Relationships>
</file>

<file path=ppt/slideLayouts/_rels/slideLayout12.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tags" Target="../tags/tag26.xml"/><Relationship Id="rId7"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9"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image" Target="../media/image2.emf"/><Relationship Id="rId4" Type="http://schemas.openxmlformats.org/officeDocument/2006/relationships/oleObject" Target="../embeddings/oleObject7.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33.xml"/><Relationship Id="rId4"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2.xml"/><Relationship Id="rId1" Type="http://schemas.openxmlformats.org/officeDocument/2006/relationships/tags" Target="../tags/tag34.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2.emf"/><Relationship Id="rId5" Type="http://schemas.openxmlformats.org/officeDocument/2006/relationships/oleObject" Target="../embeddings/oleObject3.bin"/><Relationship Id="rId4"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38.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39.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2.xml"/><Relationship Id="rId1" Type="http://schemas.openxmlformats.org/officeDocument/2006/relationships/tags" Target="../tags/tag4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3" y="0"/>
          <a:ext cx="484466" cy="403232"/>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 y="0"/>
                        <a:ext cx="484466" cy="403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2"/>
            </p:custDataLst>
          </p:nvPr>
        </p:nvSpPr>
        <p:spPr>
          <a:xfrm>
            <a:off x="2" y="7518350"/>
            <a:ext cx="16646548" cy="2789370"/>
          </a:xfrm>
          <a:prstGeom prst="rect">
            <a:avLst/>
          </a:prstGeom>
        </p:spPr>
        <p:txBody>
          <a:bodyPr lIns="720000" tIns="33059" rIns="33059" bIns="33059" anchor="t"/>
          <a:lstStyle>
            <a:lvl1pPr marL="0" indent="0" algn="l">
              <a:defRPr sz="3700" b="1">
                <a:solidFill>
                  <a:schemeClr val="tx1"/>
                </a:solidFill>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3" name="Subtitle 2"/>
          <p:cNvSpPr>
            <a:spLocks noGrp="1"/>
          </p:cNvSpPr>
          <p:nvPr>
            <p:ph type="subTitle" idx="1" hasCustomPrompt="1"/>
            <p:custDataLst>
              <p:tags r:id="rId3"/>
            </p:custDataLst>
          </p:nvPr>
        </p:nvSpPr>
        <p:spPr>
          <a:xfrm>
            <a:off x="14849621" y="12572299"/>
            <a:ext cx="15381147" cy="2220577"/>
          </a:xfrm>
          <a:prstGeom prst="rect">
            <a:avLst/>
          </a:prstGeo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a:t>Click to </a:t>
            </a:r>
            <a:r>
              <a:rPr lang="fr-FR" dirty="0" err="1"/>
              <a:t>edit</a:t>
            </a:r>
            <a:r>
              <a:rPr lang="fr-FR" dirty="0"/>
              <a:t> Master </a:t>
            </a:r>
            <a:r>
              <a:rPr lang="fr-FR" dirty="0" err="1"/>
              <a:t>text</a:t>
            </a:r>
            <a:r>
              <a:rPr lang="fr-FR" dirty="0"/>
              <a:t> style</a:t>
            </a:r>
          </a:p>
        </p:txBody>
      </p:sp>
    </p:spTree>
    <p:extLst>
      <p:ext uri="{BB962C8B-B14F-4D97-AF65-F5344CB8AC3E}">
        <p14:creationId xmlns:p14="http://schemas.microsoft.com/office/powerpoint/2010/main" val="458202618"/>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4"/>
          <a:ext cx="448797" cy="365729"/>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4"/>
                        <a:ext cx="448797" cy="3657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5" y="1"/>
            <a:ext cx="30230760" cy="2545469"/>
          </a:xfrm>
          <a:prstGeom prst="rect">
            <a:avLst/>
          </a:prstGeom>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3"/>
            </p:custDataLst>
          </p:nvPr>
        </p:nvSpPr>
        <p:spPr>
          <a:xfrm>
            <a:off x="986917" y="3796776"/>
            <a:ext cx="29243846" cy="11795343"/>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110219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a:xfrm>
            <a:off x="5" y="1"/>
            <a:ext cx="30230760" cy="2545469"/>
          </a:xfrm>
          <a:prstGeom prst="rect">
            <a:avLst/>
          </a:prstGeom>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986917" y="3796776"/>
            <a:ext cx="22460703" cy="11795343"/>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447620" y="4645237"/>
            <a:ext cx="6622706" cy="5109760"/>
          </a:xfrm>
          <a:prstGeom prst="rect">
            <a:avLst/>
          </a:prstGeom>
        </p:spPr>
      </p:pic>
    </p:spTree>
    <p:extLst>
      <p:ext uri="{BB962C8B-B14F-4D97-AF65-F5344CB8AC3E}">
        <p14:creationId xmlns:p14="http://schemas.microsoft.com/office/powerpoint/2010/main" val="2793307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a:xfrm>
            <a:off x="5" y="1"/>
            <a:ext cx="30230760" cy="2545469"/>
          </a:xfrm>
          <a:prstGeom prst="rect">
            <a:avLst/>
          </a:prstGeom>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986920" y="3796776"/>
            <a:ext cx="21984575" cy="11795343"/>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3209556" y="4645237"/>
            <a:ext cx="6953075" cy="39510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7372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a:xfrm>
            <a:off x="5" y="1"/>
            <a:ext cx="30230760" cy="2545469"/>
          </a:xfrm>
          <a:prstGeom prst="rect">
            <a:avLst/>
          </a:prstGeom>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986920" y="3796776"/>
            <a:ext cx="21686156" cy="11795343"/>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2673072" y="4645237"/>
            <a:ext cx="7557691" cy="40742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904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a:xfrm>
            <a:off x="5" y="1"/>
            <a:ext cx="30230760" cy="2545469"/>
          </a:xfrm>
          <a:prstGeom prst="rect">
            <a:avLst/>
          </a:prstGeom>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986918" y="3796776"/>
            <a:ext cx="22770235" cy="11795343"/>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4077775" y="3797344"/>
            <a:ext cx="5416345" cy="4354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2890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a:xfrm>
            <a:off x="5" y="1"/>
            <a:ext cx="30230760" cy="2545469"/>
          </a:xfrm>
          <a:prstGeom prst="rect">
            <a:avLst/>
          </a:prstGeom>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986918" y="3796776"/>
            <a:ext cx="22770235" cy="11795343"/>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4036415" y="4645237"/>
            <a:ext cx="6046153" cy="4621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98347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a:xfrm>
            <a:off x="5" y="1"/>
            <a:ext cx="30230760" cy="2545469"/>
          </a:xfrm>
          <a:prstGeom prst="rect">
            <a:avLst/>
          </a:prstGeom>
        </p:spPr>
        <p:txBody>
          <a:bodyPr/>
          <a:lstStyle/>
          <a:p>
            <a:r>
              <a:rPr lang="en-US"/>
              <a:t>Click to edit Master title style</a:t>
            </a:r>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4036415" y="4645237"/>
            <a:ext cx="6046153" cy="4621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40086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a:xfrm>
            <a:off x="5" y="1"/>
            <a:ext cx="30230760" cy="2545469"/>
          </a:xfrm>
          <a:prstGeom prst="rect">
            <a:avLst/>
          </a:prstGeom>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986918" y="3796776"/>
            <a:ext cx="22770235" cy="11795343"/>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2865256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4"/>
          <a:ext cx="448797" cy="365729"/>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4"/>
                        <a:ext cx="448797" cy="3657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5" y="1"/>
            <a:ext cx="30230760" cy="2545469"/>
          </a:xfrm>
          <a:prstGeom prst="rect">
            <a:avLst/>
          </a:prstGeom>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3"/>
            </p:custDataLst>
          </p:nvPr>
        </p:nvSpPr>
        <p:spPr>
          <a:xfrm>
            <a:off x="986917" y="5364466"/>
            <a:ext cx="29243846" cy="10227649"/>
          </a:xfrm>
          <a:prstGeom prst="rect">
            <a:avLst/>
          </a:prstGeom>
        </p:spPr>
        <p:txBody>
          <a:bodyPr/>
          <a:lstStyle>
            <a:lvl1pPr>
              <a:defRPr b="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8" name="Espace réservé du texte 7"/>
          <p:cNvSpPr>
            <a:spLocks noGrp="1"/>
          </p:cNvSpPr>
          <p:nvPr>
            <p:ph type="body" sz="quarter" idx="11" hasCustomPrompt="1"/>
            <p:custDataLst>
              <p:tags r:id="rId4"/>
            </p:custDataLst>
          </p:nvPr>
        </p:nvSpPr>
        <p:spPr>
          <a:xfrm>
            <a:off x="987208" y="3798505"/>
            <a:ext cx="29292783" cy="1634804"/>
          </a:xfrm>
          <a:prstGeom prst="rect">
            <a:avLst/>
          </a:prstGeom>
        </p:spPr>
        <p:txBody>
          <a:bodyPr/>
          <a:lstStyle>
            <a:lvl1pPr marL="0" indent="0">
              <a:buNone/>
              <a:defRPr b="1">
                <a:solidFill>
                  <a:schemeClr val="accent2"/>
                </a:solidFill>
              </a:defRPr>
            </a:lvl1pPr>
          </a:lstStyle>
          <a:p>
            <a:pPr lvl="0"/>
            <a:r>
              <a:rPr lang="fr-FR" dirty="0"/>
              <a:t>Click to </a:t>
            </a:r>
            <a:r>
              <a:rPr lang="fr-FR" dirty="0" err="1"/>
              <a:t>edit</a:t>
            </a:r>
            <a:r>
              <a:rPr lang="fr-FR" dirty="0"/>
              <a:t> Master </a:t>
            </a:r>
            <a:r>
              <a:rPr lang="fr-FR" dirty="0" err="1"/>
              <a:t>text</a:t>
            </a:r>
            <a:r>
              <a:rPr lang="fr-FR" dirty="0"/>
              <a:t> style</a:t>
            </a:r>
          </a:p>
        </p:txBody>
      </p:sp>
    </p:spTree>
    <p:extLst>
      <p:ext uri="{BB962C8B-B14F-4D97-AF65-F5344CB8AC3E}">
        <p14:creationId xmlns:p14="http://schemas.microsoft.com/office/powerpoint/2010/main" val="501618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0" y="0"/>
          <a:ext cx="484466" cy="403232"/>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484466" cy="403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a:xfrm>
            <a:off x="5" y="1"/>
            <a:ext cx="30230760" cy="2545469"/>
          </a:xfrm>
          <a:prstGeom prst="rect">
            <a:avLst/>
          </a:prstGeom>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3"/>
            </p:custDataLst>
          </p:nvPr>
        </p:nvSpPr>
        <p:spPr>
          <a:xfrm>
            <a:off x="960415" y="3895006"/>
            <a:ext cx="13739459" cy="11977599"/>
          </a:xfrm>
          <a:prstGeom prst="rect">
            <a:avLst/>
          </a:prstGeo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4"/>
            </p:custDataLst>
          </p:nvPr>
        </p:nvSpPr>
        <p:spPr>
          <a:xfrm>
            <a:off x="15328511" y="3895009"/>
            <a:ext cx="13739459" cy="12003202"/>
          </a:xfrm>
          <a:prstGeom prst="rect">
            <a:avLst/>
          </a:prstGeo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22112446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0" y="0"/>
          <a:ext cx="484466" cy="403232"/>
        </p:xfrm>
        <a:graphic>
          <a:graphicData uri="http://schemas.openxmlformats.org/presentationml/2006/ole">
            <mc:AlternateContent xmlns:mc="http://schemas.openxmlformats.org/markup-compatibility/2006">
              <mc:Choice xmlns:v="urn:schemas-microsoft-com:vml" Requires="v">
                <p:oleObj name="think-cell Slide" r:id="rId8" imgW="360" imgH="360" progId="">
                  <p:embed/>
                </p:oleObj>
              </mc:Choice>
              <mc:Fallback>
                <p:oleObj name="think-cell Slide" r:id="rId8" imgW="360" imgH="360" progId="">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484466" cy="403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a:xfrm>
            <a:off x="5" y="1"/>
            <a:ext cx="30230760" cy="2545469"/>
          </a:xfrm>
          <a:prstGeom prst="rect">
            <a:avLst/>
          </a:prstGeom>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3"/>
            </p:custDataLst>
          </p:nvPr>
        </p:nvSpPr>
        <p:spPr>
          <a:xfrm>
            <a:off x="960415" y="5605763"/>
            <a:ext cx="13739459" cy="10266842"/>
          </a:xfrm>
          <a:prstGeom prst="rect">
            <a:avLst/>
          </a:prstGeo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4"/>
            </p:custDataLst>
          </p:nvPr>
        </p:nvSpPr>
        <p:spPr>
          <a:xfrm>
            <a:off x="15328511" y="5609423"/>
            <a:ext cx="13739459" cy="10288788"/>
          </a:xfrm>
          <a:prstGeom prst="rect">
            <a:avLst/>
          </a:prstGeo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5"/>
            </p:custDataLst>
          </p:nvPr>
        </p:nvSpPr>
        <p:spPr>
          <a:xfrm>
            <a:off x="960418" y="3918397"/>
            <a:ext cx="13739459" cy="1658737"/>
          </a:xfrm>
          <a:prstGeom prst="rect">
            <a:avLst/>
          </a:prstGeom>
        </p:spPr>
        <p:txBody>
          <a:bodyPr anchor="ctr"/>
          <a:lstStyle>
            <a:lvl1pPr algn="ctr">
              <a:buNone/>
              <a:defRPr sz="22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6"/>
            </p:custDataLst>
          </p:nvPr>
        </p:nvSpPr>
        <p:spPr>
          <a:xfrm>
            <a:off x="15329446" y="3895006"/>
            <a:ext cx="13739459" cy="1658737"/>
          </a:xfrm>
          <a:prstGeom prst="rect">
            <a:avLst/>
          </a:prstGeo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extLst>
      <p:ext uri="{BB962C8B-B14F-4D97-AF65-F5344CB8AC3E}">
        <p14:creationId xmlns:p14="http://schemas.microsoft.com/office/powerpoint/2010/main" val="29403383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a:xfrm>
            <a:off x="5" y="1"/>
            <a:ext cx="30230760" cy="2545469"/>
          </a:xfrm>
          <a:prstGeom prst="rect">
            <a:avLst/>
          </a:prstGeom>
        </p:spPr>
        <p:txBody>
          <a:bodyPr/>
          <a:lstStyle/>
          <a:p>
            <a:r>
              <a:rPr lang="en-US"/>
              <a:t>Click to edit Master title style</a:t>
            </a:r>
          </a:p>
        </p:txBody>
      </p:sp>
      <p:sp>
        <p:nvSpPr>
          <p:cNvPr id="3" name="Text Placeholder 2"/>
          <p:cNvSpPr>
            <a:spLocks noGrp="1"/>
          </p:cNvSpPr>
          <p:nvPr>
            <p:ph type="body" idx="1" hasCustomPrompt="1"/>
          </p:nvPr>
        </p:nvSpPr>
        <p:spPr>
          <a:xfrm>
            <a:off x="1351494" y="3707995"/>
            <a:ext cx="13192786" cy="1191272"/>
          </a:xfrm>
          <a:prstGeom prst="rect">
            <a:avLst/>
          </a:prstGeo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4" name="Content Placeholder 3"/>
          <p:cNvSpPr>
            <a:spLocks noGrp="1"/>
          </p:cNvSpPr>
          <p:nvPr>
            <p:ph sz="half" idx="2" hasCustomPrompt="1"/>
          </p:nvPr>
        </p:nvSpPr>
        <p:spPr>
          <a:xfrm>
            <a:off x="1351494" y="5041725"/>
            <a:ext cx="13192786" cy="4280771"/>
          </a:xfrm>
          <a:prstGeom prst="rect">
            <a:avLst/>
          </a:prstGeo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15757620" y="3707995"/>
            <a:ext cx="13192786" cy="1191272"/>
          </a:xfrm>
          <a:prstGeom prst="rect">
            <a:avLst/>
          </a:prstGeo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15757620" y="5041725"/>
            <a:ext cx="13192786" cy="4280771"/>
          </a:xfrm>
          <a:prstGeom prst="rect">
            <a:avLst/>
          </a:prstGeo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1351494" y="9763402"/>
            <a:ext cx="13192786" cy="1191272"/>
          </a:xfrm>
          <a:prstGeom prst="rect">
            <a:avLst/>
          </a:prstGeo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1351494" y="11113943"/>
            <a:ext cx="13192786" cy="4625214"/>
          </a:xfrm>
          <a:prstGeom prst="rect">
            <a:avLst/>
          </a:prstGeo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15757620" y="9763402"/>
            <a:ext cx="13192786" cy="1191272"/>
          </a:xfrm>
          <a:prstGeom prst="rect">
            <a:avLst/>
          </a:prstGeo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15757620" y="11113943"/>
            <a:ext cx="13192786" cy="4625214"/>
          </a:xfrm>
          <a:prstGeom prst="rect">
            <a:avLst/>
          </a:prstGeo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22261798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a:xfrm>
            <a:off x="5" y="1"/>
            <a:ext cx="30230760" cy="2545469"/>
          </a:xfrm>
          <a:prstGeom prst="rect">
            <a:avLst/>
          </a:prstGeom>
        </p:spPr>
        <p:txBody>
          <a:bodyPr/>
          <a:lstStyle/>
          <a:p>
            <a:r>
              <a:rPr lang="en-US"/>
              <a:t>Click to edit Master title style</a:t>
            </a:r>
          </a:p>
        </p:txBody>
      </p:sp>
      <p:pic>
        <p:nvPicPr>
          <p:cNvPr id="3" name="Picture 12"/>
          <p:cNvPicPr>
            <a:picLocks noChangeAspect="1" noChangeArrowheads="1"/>
          </p:cNvPicPr>
          <p:nvPr userDrawn="1"/>
        </p:nvPicPr>
        <p:blipFill>
          <a:blip r:embed="rId3"/>
          <a:srcRect/>
          <a:stretch>
            <a:fillRect/>
          </a:stretch>
        </p:blipFill>
        <p:spPr bwMode="auto">
          <a:xfrm>
            <a:off x="24184612" y="4645234"/>
            <a:ext cx="5600298" cy="3948451"/>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986917" y="3796776"/>
            <a:ext cx="23174895" cy="11795343"/>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16696046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0" y="0"/>
          <a:ext cx="484466" cy="403232"/>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484466" cy="403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a:xfrm>
            <a:off x="5" y="1"/>
            <a:ext cx="30230760" cy="2545469"/>
          </a:xfrm>
          <a:prstGeom prst="rect">
            <a:avLst/>
          </a:prstGeom>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18580751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 y="1"/>
            <a:ext cx="30230760" cy="2545469"/>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86918" y="3815091"/>
            <a:ext cx="28802918" cy="11777027"/>
          </a:xfrm>
          <a:prstGeom prst="rect">
            <a:avLst/>
          </a:prstGeom>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1511538" y="16145425"/>
            <a:ext cx="7053845" cy="927434"/>
          </a:xfrm>
          <a:prstGeom prst="rect">
            <a:avLst/>
          </a:prstGeom>
        </p:spPr>
        <p:txBody>
          <a:bodyPr/>
          <a:lstStyle/>
          <a:p>
            <a:fld id="{47CD3BC1-A2FE-477B-BC4B-91440EEA7D51}" type="datetimeFigureOut">
              <a:rPr lang="en-US" smtClean="0"/>
              <a:pPr/>
              <a:t>10/6/2023</a:t>
            </a:fld>
            <a:endParaRPr lang="en-US"/>
          </a:p>
        </p:txBody>
      </p:sp>
      <p:sp>
        <p:nvSpPr>
          <p:cNvPr id="5" name="Footer Placeholder 4"/>
          <p:cNvSpPr>
            <a:spLocks noGrp="1"/>
          </p:cNvSpPr>
          <p:nvPr>
            <p:ph type="ftr" sz="quarter" idx="11"/>
          </p:nvPr>
        </p:nvSpPr>
        <p:spPr>
          <a:xfrm>
            <a:off x="10328844" y="16145425"/>
            <a:ext cx="9573075" cy="927434"/>
          </a:xfrm>
          <a:prstGeom prst="rect">
            <a:avLst/>
          </a:prstGeom>
        </p:spPr>
        <p:txBody>
          <a:bodyPr/>
          <a:lstStyle/>
          <a:p>
            <a:endParaRPr lang="en-US"/>
          </a:p>
        </p:txBody>
      </p:sp>
      <p:sp>
        <p:nvSpPr>
          <p:cNvPr id="6" name="Slide Number Placeholder 5"/>
          <p:cNvSpPr>
            <a:spLocks noGrp="1"/>
          </p:cNvSpPr>
          <p:nvPr>
            <p:ph type="sldNum" sz="quarter" idx="12"/>
          </p:nvPr>
        </p:nvSpPr>
        <p:spPr>
          <a:xfrm>
            <a:off x="21665380" y="16145425"/>
            <a:ext cx="7053845" cy="92743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4045611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 y="4"/>
          <a:ext cx="448797" cy="365729"/>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4"/>
                        <a:ext cx="448797" cy="3657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349921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9B3C7-84DB-6CFA-F773-9A096723D238}"/>
              </a:ext>
            </a:extLst>
          </p:cNvPr>
          <p:cNvSpPr>
            <a:spLocks noGrp="1"/>
          </p:cNvSpPr>
          <p:nvPr>
            <p:ph type="ctrTitle"/>
          </p:nvPr>
        </p:nvSpPr>
        <p:spPr>
          <a:xfrm>
            <a:off x="3778846" y="2850854"/>
            <a:ext cx="22673072" cy="6064615"/>
          </a:xfrm>
        </p:spPr>
        <p:txBody>
          <a:bodyPr anchor="b"/>
          <a:lstStyle>
            <a:lvl1pPr algn="ctr">
              <a:defRPr sz="14878"/>
            </a:lvl1pPr>
          </a:lstStyle>
          <a:p>
            <a:r>
              <a:rPr lang="en-US"/>
              <a:t>Click to edit Master title style</a:t>
            </a:r>
          </a:p>
        </p:txBody>
      </p:sp>
      <p:sp>
        <p:nvSpPr>
          <p:cNvPr id="3" name="Subtitle 2">
            <a:extLst>
              <a:ext uri="{FF2B5EF4-FFF2-40B4-BE49-F238E27FC236}">
                <a16:creationId xmlns:a16="http://schemas.microsoft.com/office/drawing/2014/main" id="{77B43389-21E5-6392-D8A4-D7F21C0306CD}"/>
              </a:ext>
            </a:extLst>
          </p:cNvPr>
          <p:cNvSpPr>
            <a:spLocks noGrp="1"/>
          </p:cNvSpPr>
          <p:nvPr>
            <p:ph type="subTitle" idx="1"/>
          </p:nvPr>
        </p:nvSpPr>
        <p:spPr>
          <a:xfrm>
            <a:off x="3778846" y="9149344"/>
            <a:ext cx="22673072" cy="4205712"/>
          </a:xfrm>
        </p:spPr>
        <p:txBody>
          <a:bodyPr/>
          <a:lstStyle>
            <a:lvl1pPr marL="0" indent="0" algn="ctr">
              <a:buNone/>
              <a:defRPr sz="5951"/>
            </a:lvl1pPr>
            <a:lvl2pPr marL="1133673" indent="0" algn="ctr">
              <a:buNone/>
              <a:defRPr sz="4959"/>
            </a:lvl2pPr>
            <a:lvl3pPr marL="2267346" indent="0" algn="ctr">
              <a:buNone/>
              <a:defRPr sz="4463"/>
            </a:lvl3pPr>
            <a:lvl4pPr marL="3401019" indent="0" algn="ctr">
              <a:buNone/>
              <a:defRPr sz="3967"/>
            </a:lvl4pPr>
            <a:lvl5pPr marL="4534692" indent="0" algn="ctr">
              <a:buNone/>
              <a:defRPr sz="3967"/>
            </a:lvl5pPr>
            <a:lvl6pPr marL="5668366" indent="0" algn="ctr">
              <a:buNone/>
              <a:defRPr sz="3967"/>
            </a:lvl6pPr>
            <a:lvl7pPr marL="6802039" indent="0" algn="ctr">
              <a:buNone/>
              <a:defRPr sz="3967"/>
            </a:lvl7pPr>
            <a:lvl8pPr marL="7935712" indent="0" algn="ctr">
              <a:buNone/>
              <a:defRPr sz="3967"/>
            </a:lvl8pPr>
            <a:lvl9pPr marL="9069385" indent="0" algn="ctr">
              <a:buNone/>
              <a:defRPr sz="3967"/>
            </a:lvl9pPr>
          </a:lstStyle>
          <a:p>
            <a:r>
              <a:rPr lang="en-US"/>
              <a:t>Click to edit Master subtitle style</a:t>
            </a:r>
          </a:p>
        </p:txBody>
      </p:sp>
      <p:sp>
        <p:nvSpPr>
          <p:cNvPr id="4" name="Date Placeholder 3">
            <a:extLst>
              <a:ext uri="{FF2B5EF4-FFF2-40B4-BE49-F238E27FC236}">
                <a16:creationId xmlns:a16="http://schemas.microsoft.com/office/drawing/2014/main" id="{F858D766-D1D8-5110-3602-6CA2E02C894C}"/>
              </a:ext>
            </a:extLst>
          </p:cNvPr>
          <p:cNvSpPr>
            <a:spLocks noGrp="1"/>
          </p:cNvSpPr>
          <p:nvPr>
            <p:ph type="dt" sz="half" idx="10"/>
          </p:nvPr>
        </p:nvSpPr>
        <p:spPr/>
        <p:txBody>
          <a:bodyPr/>
          <a:lstStyle/>
          <a:p>
            <a:fld id="{4F758A72-48C7-4385-A882-0B11A1F00361}" type="datetimeFigureOut">
              <a:rPr lang="en-US" smtClean="0"/>
              <a:t>10/6/2023</a:t>
            </a:fld>
            <a:endParaRPr lang="en-US"/>
          </a:p>
        </p:txBody>
      </p:sp>
      <p:sp>
        <p:nvSpPr>
          <p:cNvPr id="5" name="Footer Placeholder 4">
            <a:extLst>
              <a:ext uri="{FF2B5EF4-FFF2-40B4-BE49-F238E27FC236}">
                <a16:creationId xmlns:a16="http://schemas.microsoft.com/office/drawing/2014/main" id="{E57ABA69-543F-C37E-E660-9857CC266F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2F6C22-9552-E395-3870-81F2830F90EE}"/>
              </a:ext>
            </a:extLst>
          </p:cNvPr>
          <p:cNvSpPr>
            <a:spLocks noGrp="1"/>
          </p:cNvSpPr>
          <p:nvPr>
            <p:ph type="sldNum" sz="quarter" idx="12"/>
          </p:nvPr>
        </p:nvSpPr>
        <p:spPr/>
        <p:txBody>
          <a:bodyPr/>
          <a:lstStyle/>
          <a:p>
            <a:fld id="{69645ACD-134B-4684-B61F-73DB7675FAEF}" type="slidenum">
              <a:rPr lang="en-US" smtClean="0"/>
              <a:t>‹#›</a:t>
            </a:fld>
            <a:endParaRPr lang="en-US"/>
          </a:p>
        </p:txBody>
      </p:sp>
    </p:spTree>
    <p:extLst>
      <p:ext uri="{BB962C8B-B14F-4D97-AF65-F5344CB8AC3E}">
        <p14:creationId xmlns:p14="http://schemas.microsoft.com/office/powerpoint/2010/main" val="3059048424"/>
      </p:ext>
    </p:extLst>
  </p:cSld>
  <p:clrMapOvr>
    <a:masterClrMapping/>
  </p:clrMapOvr>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DD324-A3E1-BC70-4E1A-BAFE8F9DD7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D2021B-13F4-A099-AC17-00B0CD338F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0ED93-50E5-0998-A62A-18C8816EC952}"/>
              </a:ext>
            </a:extLst>
          </p:cNvPr>
          <p:cNvSpPr>
            <a:spLocks noGrp="1"/>
          </p:cNvSpPr>
          <p:nvPr>
            <p:ph type="dt" sz="half" idx="10"/>
          </p:nvPr>
        </p:nvSpPr>
        <p:spPr/>
        <p:txBody>
          <a:bodyPr/>
          <a:lstStyle/>
          <a:p>
            <a:fld id="{47CD3BC1-A2FE-477B-BC4B-91440EEA7D51}" type="datetimeFigureOut">
              <a:rPr lang="en-US" smtClean="0"/>
              <a:pPr/>
              <a:t>10/6/2023</a:t>
            </a:fld>
            <a:endParaRPr lang="en-US"/>
          </a:p>
        </p:txBody>
      </p:sp>
      <p:sp>
        <p:nvSpPr>
          <p:cNvPr id="5" name="Footer Placeholder 4">
            <a:extLst>
              <a:ext uri="{FF2B5EF4-FFF2-40B4-BE49-F238E27FC236}">
                <a16:creationId xmlns:a16="http://schemas.microsoft.com/office/drawing/2014/main" id="{5722BE0B-4B7F-C4A8-57FA-7C85AB3849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6FE54D-F985-73E2-9284-1B14B39D3E5A}"/>
              </a:ext>
            </a:extLst>
          </p:cNvPr>
          <p:cNvSpPr>
            <a:spLocks noGrp="1"/>
          </p:cNvSpPr>
          <p:nvPr>
            <p:ph type="sldNum" sz="quarter" idx="12"/>
          </p:nvPr>
        </p:nvSpPr>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41356790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D7DDC-B8F0-4314-25C3-9130AAC7E3F9}"/>
              </a:ext>
            </a:extLst>
          </p:cNvPr>
          <p:cNvSpPr>
            <a:spLocks noGrp="1"/>
          </p:cNvSpPr>
          <p:nvPr>
            <p:ph type="title"/>
          </p:nvPr>
        </p:nvSpPr>
        <p:spPr>
          <a:xfrm>
            <a:off x="2062620" y="4342815"/>
            <a:ext cx="26074033" cy="7246084"/>
          </a:xfrm>
        </p:spPr>
        <p:txBody>
          <a:bodyPr anchor="b"/>
          <a:lstStyle>
            <a:lvl1pPr>
              <a:defRPr sz="14878"/>
            </a:lvl1pPr>
          </a:lstStyle>
          <a:p>
            <a:r>
              <a:rPr lang="en-US"/>
              <a:t>Click to edit Master title style</a:t>
            </a:r>
          </a:p>
        </p:txBody>
      </p:sp>
      <p:sp>
        <p:nvSpPr>
          <p:cNvPr id="3" name="Text Placeholder 2">
            <a:extLst>
              <a:ext uri="{FF2B5EF4-FFF2-40B4-BE49-F238E27FC236}">
                <a16:creationId xmlns:a16="http://schemas.microsoft.com/office/drawing/2014/main" id="{9C7CB62D-C79C-F922-618F-77A195095103}"/>
              </a:ext>
            </a:extLst>
          </p:cNvPr>
          <p:cNvSpPr>
            <a:spLocks noGrp="1"/>
          </p:cNvSpPr>
          <p:nvPr>
            <p:ph type="body" idx="1"/>
          </p:nvPr>
        </p:nvSpPr>
        <p:spPr>
          <a:xfrm>
            <a:off x="2062620" y="11657450"/>
            <a:ext cx="26074033" cy="3810545"/>
          </a:xfrm>
        </p:spPr>
        <p:txBody>
          <a:bodyPr/>
          <a:lstStyle>
            <a:lvl1pPr marL="0" indent="0">
              <a:buNone/>
              <a:defRPr sz="5951">
                <a:solidFill>
                  <a:schemeClr val="tx1">
                    <a:tint val="75000"/>
                  </a:schemeClr>
                </a:solidFill>
              </a:defRPr>
            </a:lvl1pPr>
            <a:lvl2pPr marL="1133673" indent="0">
              <a:buNone/>
              <a:defRPr sz="4959">
                <a:solidFill>
                  <a:schemeClr val="tx1">
                    <a:tint val="75000"/>
                  </a:schemeClr>
                </a:solidFill>
              </a:defRPr>
            </a:lvl2pPr>
            <a:lvl3pPr marL="2267346" indent="0">
              <a:buNone/>
              <a:defRPr sz="4463">
                <a:solidFill>
                  <a:schemeClr val="tx1">
                    <a:tint val="75000"/>
                  </a:schemeClr>
                </a:solidFill>
              </a:defRPr>
            </a:lvl3pPr>
            <a:lvl4pPr marL="3401019" indent="0">
              <a:buNone/>
              <a:defRPr sz="3967">
                <a:solidFill>
                  <a:schemeClr val="tx1">
                    <a:tint val="75000"/>
                  </a:schemeClr>
                </a:solidFill>
              </a:defRPr>
            </a:lvl4pPr>
            <a:lvl5pPr marL="4534692" indent="0">
              <a:buNone/>
              <a:defRPr sz="3967">
                <a:solidFill>
                  <a:schemeClr val="tx1">
                    <a:tint val="75000"/>
                  </a:schemeClr>
                </a:solidFill>
              </a:defRPr>
            </a:lvl5pPr>
            <a:lvl6pPr marL="5668366" indent="0">
              <a:buNone/>
              <a:defRPr sz="3967">
                <a:solidFill>
                  <a:schemeClr val="tx1">
                    <a:tint val="75000"/>
                  </a:schemeClr>
                </a:solidFill>
              </a:defRPr>
            </a:lvl6pPr>
            <a:lvl7pPr marL="6802039" indent="0">
              <a:buNone/>
              <a:defRPr sz="3967">
                <a:solidFill>
                  <a:schemeClr val="tx1">
                    <a:tint val="75000"/>
                  </a:schemeClr>
                </a:solidFill>
              </a:defRPr>
            </a:lvl7pPr>
            <a:lvl8pPr marL="7935712" indent="0">
              <a:buNone/>
              <a:defRPr sz="3967">
                <a:solidFill>
                  <a:schemeClr val="tx1">
                    <a:tint val="75000"/>
                  </a:schemeClr>
                </a:solidFill>
              </a:defRPr>
            </a:lvl8pPr>
            <a:lvl9pPr marL="9069385" indent="0">
              <a:buNone/>
              <a:defRPr sz="3967">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3A582F-CC9A-5403-5977-58E6A61C3B31}"/>
              </a:ext>
            </a:extLst>
          </p:cNvPr>
          <p:cNvSpPr>
            <a:spLocks noGrp="1"/>
          </p:cNvSpPr>
          <p:nvPr>
            <p:ph type="dt" sz="half" idx="10"/>
          </p:nvPr>
        </p:nvSpPr>
        <p:spPr/>
        <p:txBody>
          <a:bodyPr/>
          <a:lstStyle/>
          <a:p>
            <a:fld id="{4F758A72-48C7-4385-A882-0B11A1F00361}" type="datetimeFigureOut">
              <a:rPr lang="en-US" smtClean="0"/>
              <a:t>10/6/2023</a:t>
            </a:fld>
            <a:endParaRPr lang="en-US"/>
          </a:p>
        </p:txBody>
      </p:sp>
      <p:sp>
        <p:nvSpPr>
          <p:cNvPr id="5" name="Footer Placeholder 4">
            <a:extLst>
              <a:ext uri="{FF2B5EF4-FFF2-40B4-BE49-F238E27FC236}">
                <a16:creationId xmlns:a16="http://schemas.microsoft.com/office/drawing/2014/main" id="{B577858E-147C-DC80-2C59-9B9415A510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61D77-6031-93C5-883B-B4A82AF8EC83}"/>
              </a:ext>
            </a:extLst>
          </p:cNvPr>
          <p:cNvSpPr>
            <a:spLocks noGrp="1"/>
          </p:cNvSpPr>
          <p:nvPr>
            <p:ph type="sldNum" sz="quarter" idx="12"/>
          </p:nvPr>
        </p:nvSpPr>
        <p:spPr/>
        <p:txBody>
          <a:bodyPr/>
          <a:lstStyle/>
          <a:p>
            <a:fld id="{69645ACD-134B-4684-B61F-73DB7675FAEF}" type="slidenum">
              <a:rPr lang="en-US" smtClean="0"/>
              <a:t>‹#›</a:t>
            </a:fld>
            <a:endParaRPr lang="en-US"/>
          </a:p>
        </p:txBody>
      </p:sp>
    </p:spTree>
    <p:extLst>
      <p:ext uri="{BB962C8B-B14F-4D97-AF65-F5344CB8AC3E}">
        <p14:creationId xmlns:p14="http://schemas.microsoft.com/office/powerpoint/2010/main" val="1912042425"/>
      </p:ext>
    </p:extLst>
  </p:cSld>
  <p:clrMapOvr>
    <a:masterClrMapping/>
  </p:clrMapOvr>
  <p:hf sldNum="0"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BC45F-9AD2-B176-2497-3717E4DB02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684F6E-EE25-A58A-D058-B0778F8A3075}"/>
              </a:ext>
            </a:extLst>
          </p:cNvPr>
          <p:cNvSpPr>
            <a:spLocks noGrp="1"/>
          </p:cNvSpPr>
          <p:nvPr>
            <p:ph sz="half" idx="1"/>
          </p:nvPr>
        </p:nvSpPr>
        <p:spPr>
          <a:xfrm>
            <a:off x="2078365" y="4637172"/>
            <a:ext cx="12848074" cy="11052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9C535C-24C4-8BA1-71AE-017A8D01D58B}"/>
              </a:ext>
            </a:extLst>
          </p:cNvPr>
          <p:cNvSpPr>
            <a:spLocks noGrp="1"/>
          </p:cNvSpPr>
          <p:nvPr>
            <p:ph sz="half" idx="2"/>
          </p:nvPr>
        </p:nvSpPr>
        <p:spPr>
          <a:xfrm>
            <a:off x="15304324" y="4637172"/>
            <a:ext cx="12848074" cy="11052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3FD2ED6-B939-F30C-55B1-739ADBE24983}"/>
              </a:ext>
            </a:extLst>
          </p:cNvPr>
          <p:cNvSpPr>
            <a:spLocks noGrp="1"/>
          </p:cNvSpPr>
          <p:nvPr>
            <p:ph type="dt" sz="half" idx="10"/>
          </p:nvPr>
        </p:nvSpPr>
        <p:spPr/>
        <p:txBody>
          <a:bodyPr/>
          <a:lstStyle/>
          <a:p>
            <a:fld id="{4F758A72-48C7-4385-A882-0B11A1F00361}" type="datetimeFigureOut">
              <a:rPr lang="en-US" smtClean="0"/>
              <a:t>10/6/2023</a:t>
            </a:fld>
            <a:endParaRPr lang="en-US"/>
          </a:p>
        </p:txBody>
      </p:sp>
      <p:sp>
        <p:nvSpPr>
          <p:cNvPr id="6" name="Footer Placeholder 5">
            <a:extLst>
              <a:ext uri="{FF2B5EF4-FFF2-40B4-BE49-F238E27FC236}">
                <a16:creationId xmlns:a16="http://schemas.microsoft.com/office/drawing/2014/main" id="{8C4073A3-E45E-95D1-EF25-6D77ED6DA3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FD71F9-04B7-85D6-F280-A6AAE86ECC40}"/>
              </a:ext>
            </a:extLst>
          </p:cNvPr>
          <p:cNvSpPr>
            <a:spLocks noGrp="1"/>
          </p:cNvSpPr>
          <p:nvPr>
            <p:ph type="sldNum" sz="quarter" idx="12"/>
          </p:nvPr>
        </p:nvSpPr>
        <p:spPr/>
        <p:txBody>
          <a:bodyPr/>
          <a:lstStyle/>
          <a:p>
            <a:fld id="{69645ACD-134B-4684-B61F-73DB7675FAEF}" type="slidenum">
              <a:rPr lang="en-US" smtClean="0"/>
              <a:t>‹#›</a:t>
            </a:fld>
            <a:endParaRPr lang="en-US"/>
          </a:p>
        </p:txBody>
      </p:sp>
    </p:spTree>
    <p:extLst>
      <p:ext uri="{BB962C8B-B14F-4D97-AF65-F5344CB8AC3E}">
        <p14:creationId xmlns:p14="http://schemas.microsoft.com/office/powerpoint/2010/main" val="3831435638"/>
      </p:ext>
    </p:extLst>
  </p:cSld>
  <p:clrMapOvr>
    <a:masterClrMapping/>
  </p:clrMapOvr>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225C1-1439-0E9D-9B6C-FCAE90D6CAB0}"/>
              </a:ext>
            </a:extLst>
          </p:cNvPr>
          <p:cNvSpPr>
            <a:spLocks noGrp="1"/>
          </p:cNvSpPr>
          <p:nvPr>
            <p:ph type="title"/>
          </p:nvPr>
        </p:nvSpPr>
        <p:spPr>
          <a:xfrm>
            <a:off x="2082303" y="927436"/>
            <a:ext cx="26074033" cy="3366991"/>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A9A3A6-AB4D-0597-74E3-6628FEA0E75A}"/>
              </a:ext>
            </a:extLst>
          </p:cNvPr>
          <p:cNvSpPr>
            <a:spLocks noGrp="1"/>
          </p:cNvSpPr>
          <p:nvPr>
            <p:ph type="body" idx="1"/>
          </p:nvPr>
        </p:nvSpPr>
        <p:spPr>
          <a:xfrm>
            <a:off x="2082304" y="4270232"/>
            <a:ext cx="12789029" cy="2092775"/>
          </a:xfrm>
        </p:spPr>
        <p:txBody>
          <a:bodyPr anchor="b"/>
          <a:lstStyle>
            <a:lvl1pPr marL="0" indent="0">
              <a:buNone/>
              <a:defRPr sz="5951" b="1"/>
            </a:lvl1pPr>
            <a:lvl2pPr marL="1133673" indent="0">
              <a:buNone/>
              <a:defRPr sz="4959" b="1"/>
            </a:lvl2pPr>
            <a:lvl3pPr marL="2267346" indent="0">
              <a:buNone/>
              <a:defRPr sz="4463" b="1"/>
            </a:lvl3pPr>
            <a:lvl4pPr marL="3401019" indent="0">
              <a:buNone/>
              <a:defRPr sz="3967" b="1"/>
            </a:lvl4pPr>
            <a:lvl5pPr marL="4534692" indent="0">
              <a:buNone/>
              <a:defRPr sz="3967" b="1"/>
            </a:lvl5pPr>
            <a:lvl6pPr marL="5668366" indent="0">
              <a:buNone/>
              <a:defRPr sz="3967" b="1"/>
            </a:lvl6pPr>
            <a:lvl7pPr marL="6802039" indent="0">
              <a:buNone/>
              <a:defRPr sz="3967" b="1"/>
            </a:lvl7pPr>
            <a:lvl8pPr marL="7935712" indent="0">
              <a:buNone/>
              <a:defRPr sz="3967" b="1"/>
            </a:lvl8pPr>
            <a:lvl9pPr marL="9069385" indent="0">
              <a:buNone/>
              <a:defRPr sz="3967" b="1"/>
            </a:lvl9pPr>
          </a:lstStyle>
          <a:p>
            <a:pPr lvl="0"/>
            <a:r>
              <a:rPr lang="en-US"/>
              <a:t>Click to edit Master text styles</a:t>
            </a:r>
          </a:p>
        </p:txBody>
      </p:sp>
      <p:sp>
        <p:nvSpPr>
          <p:cNvPr id="4" name="Content Placeholder 3">
            <a:extLst>
              <a:ext uri="{FF2B5EF4-FFF2-40B4-BE49-F238E27FC236}">
                <a16:creationId xmlns:a16="http://schemas.microsoft.com/office/drawing/2014/main" id="{C1072A32-1CDF-E5E9-F9A6-84A48B2C0CDF}"/>
              </a:ext>
            </a:extLst>
          </p:cNvPr>
          <p:cNvSpPr>
            <a:spLocks noGrp="1"/>
          </p:cNvSpPr>
          <p:nvPr>
            <p:ph sz="half" idx="2"/>
          </p:nvPr>
        </p:nvSpPr>
        <p:spPr>
          <a:xfrm>
            <a:off x="2082304" y="6363007"/>
            <a:ext cx="12789029" cy="9359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4FBF24-E937-3BF9-0314-FEC7CA8A8F2F}"/>
              </a:ext>
            </a:extLst>
          </p:cNvPr>
          <p:cNvSpPr>
            <a:spLocks noGrp="1"/>
          </p:cNvSpPr>
          <p:nvPr>
            <p:ph type="body" sz="quarter" idx="3"/>
          </p:nvPr>
        </p:nvSpPr>
        <p:spPr>
          <a:xfrm>
            <a:off x="15304324" y="4270232"/>
            <a:ext cx="12852012" cy="2092775"/>
          </a:xfrm>
        </p:spPr>
        <p:txBody>
          <a:bodyPr anchor="b"/>
          <a:lstStyle>
            <a:lvl1pPr marL="0" indent="0">
              <a:buNone/>
              <a:defRPr sz="5951" b="1"/>
            </a:lvl1pPr>
            <a:lvl2pPr marL="1133673" indent="0">
              <a:buNone/>
              <a:defRPr sz="4959" b="1"/>
            </a:lvl2pPr>
            <a:lvl3pPr marL="2267346" indent="0">
              <a:buNone/>
              <a:defRPr sz="4463" b="1"/>
            </a:lvl3pPr>
            <a:lvl4pPr marL="3401019" indent="0">
              <a:buNone/>
              <a:defRPr sz="3967" b="1"/>
            </a:lvl4pPr>
            <a:lvl5pPr marL="4534692" indent="0">
              <a:buNone/>
              <a:defRPr sz="3967" b="1"/>
            </a:lvl5pPr>
            <a:lvl6pPr marL="5668366" indent="0">
              <a:buNone/>
              <a:defRPr sz="3967" b="1"/>
            </a:lvl6pPr>
            <a:lvl7pPr marL="6802039" indent="0">
              <a:buNone/>
              <a:defRPr sz="3967" b="1"/>
            </a:lvl7pPr>
            <a:lvl8pPr marL="7935712" indent="0">
              <a:buNone/>
              <a:defRPr sz="3967" b="1"/>
            </a:lvl8pPr>
            <a:lvl9pPr marL="9069385" indent="0">
              <a:buNone/>
              <a:defRPr sz="3967" b="1"/>
            </a:lvl9pPr>
          </a:lstStyle>
          <a:p>
            <a:pPr lvl="0"/>
            <a:r>
              <a:rPr lang="en-US"/>
              <a:t>Click to edit Master text styles</a:t>
            </a:r>
          </a:p>
        </p:txBody>
      </p:sp>
      <p:sp>
        <p:nvSpPr>
          <p:cNvPr id="6" name="Content Placeholder 5">
            <a:extLst>
              <a:ext uri="{FF2B5EF4-FFF2-40B4-BE49-F238E27FC236}">
                <a16:creationId xmlns:a16="http://schemas.microsoft.com/office/drawing/2014/main" id="{34FCCECE-26B9-11F1-1BB7-AA2B56185CE7}"/>
              </a:ext>
            </a:extLst>
          </p:cNvPr>
          <p:cNvSpPr>
            <a:spLocks noGrp="1"/>
          </p:cNvSpPr>
          <p:nvPr>
            <p:ph sz="quarter" idx="4"/>
          </p:nvPr>
        </p:nvSpPr>
        <p:spPr>
          <a:xfrm>
            <a:off x="15304324" y="6363007"/>
            <a:ext cx="12852012" cy="9359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7AA78-2B85-7A88-2F10-0F1E9673D8EC}"/>
              </a:ext>
            </a:extLst>
          </p:cNvPr>
          <p:cNvSpPr>
            <a:spLocks noGrp="1"/>
          </p:cNvSpPr>
          <p:nvPr>
            <p:ph type="dt" sz="half" idx="10"/>
          </p:nvPr>
        </p:nvSpPr>
        <p:spPr/>
        <p:txBody>
          <a:bodyPr/>
          <a:lstStyle/>
          <a:p>
            <a:fld id="{4F758A72-48C7-4385-A882-0B11A1F00361}" type="datetimeFigureOut">
              <a:rPr lang="en-US" smtClean="0"/>
              <a:t>10/6/2023</a:t>
            </a:fld>
            <a:endParaRPr lang="en-US"/>
          </a:p>
        </p:txBody>
      </p:sp>
      <p:sp>
        <p:nvSpPr>
          <p:cNvPr id="8" name="Footer Placeholder 7">
            <a:extLst>
              <a:ext uri="{FF2B5EF4-FFF2-40B4-BE49-F238E27FC236}">
                <a16:creationId xmlns:a16="http://schemas.microsoft.com/office/drawing/2014/main" id="{A0FBCA61-C251-6C5E-4493-329AD63330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9343EB-3115-1EDD-050D-577605973978}"/>
              </a:ext>
            </a:extLst>
          </p:cNvPr>
          <p:cNvSpPr>
            <a:spLocks noGrp="1"/>
          </p:cNvSpPr>
          <p:nvPr>
            <p:ph type="sldNum" sz="quarter" idx="12"/>
          </p:nvPr>
        </p:nvSpPr>
        <p:spPr/>
        <p:txBody>
          <a:bodyPr/>
          <a:lstStyle/>
          <a:p>
            <a:fld id="{69645ACD-134B-4684-B61F-73DB7675FAEF}" type="slidenum">
              <a:rPr lang="en-US" smtClean="0"/>
              <a:t>‹#›</a:t>
            </a:fld>
            <a:endParaRPr lang="en-US"/>
          </a:p>
        </p:txBody>
      </p:sp>
    </p:spTree>
    <p:extLst>
      <p:ext uri="{BB962C8B-B14F-4D97-AF65-F5344CB8AC3E}">
        <p14:creationId xmlns:p14="http://schemas.microsoft.com/office/powerpoint/2010/main" val="1743025973"/>
      </p:ext>
    </p:extLst>
  </p:cSld>
  <p:clrMapOvr>
    <a:masterClrMapping/>
  </p:clrMapOvr>
  <p:hf sldNum="0"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6BD46-E7AC-AAB5-1EE7-FD5F9954F5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1F1533-1FDC-9538-EEC8-99511C20825C}"/>
              </a:ext>
            </a:extLst>
          </p:cNvPr>
          <p:cNvSpPr>
            <a:spLocks noGrp="1"/>
          </p:cNvSpPr>
          <p:nvPr>
            <p:ph type="dt" sz="half" idx="10"/>
          </p:nvPr>
        </p:nvSpPr>
        <p:spPr/>
        <p:txBody>
          <a:bodyPr/>
          <a:lstStyle/>
          <a:p>
            <a:fld id="{4F758A72-48C7-4385-A882-0B11A1F00361}" type="datetimeFigureOut">
              <a:rPr lang="en-US" smtClean="0"/>
              <a:t>10/6/2023</a:t>
            </a:fld>
            <a:endParaRPr lang="en-US"/>
          </a:p>
        </p:txBody>
      </p:sp>
      <p:sp>
        <p:nvSpPr>
          <p:cNvPr id="4" name="Footer Placeholder 3">
            <a:extLst>
              <a:ext uri="{FF2B5EF4-FFF2-40B4-BE49-F238E27FC236}">
                <a16:creationId xmlns:a16="http://schemas.microsoft.com/office/drawing/2014/main" id="{45B9F918-CECC-8112-D161-1D9ECC943F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B8F8DA-9FD7-5E00-B80B-83C3F7475D91}"/>
              </a:ext>
            </a:extLst>
          </p:cNvPr>
          <p:cNvSpPr>
            <a:spLocks noGrp="1"/>
          </p:cNvSpPr>
          <p:nvPr>
            <p:ph type="sldNum" sz="quarter" idx="12"/>
          </p:nvPr>
        </p:nvSpPr>
        <p:spPr/>
        <p:txBody>
          <a:bodyPr/>
          <a:lstStyle/>
          <a:p>
            <a:fld id="{69645ACD-134B-4684-B61F-73DB7675FAEF}" type="slidenum">
              <a:rPr lang="en-US" smtClean="0"/>
              <a:t>‹#›</a:t>
            </a:fld>
            <a:endParaRPr lang="en-US"/>
          </a:p>
        </p:txBody>
      </p:sp>
    </p:spTree>
    <p:extLst>
      <p:ext uri="{BB962C8B-B14F-4D97-AF65-F5344CB8AC3E}">
        <p14:creationId xmlns:p14="http://schemas.microsoft.com/office/powerpoint/2010/main" val="596014345"/>
      </p:ext>
    </p:extLst>
  </p:cSld>
  <p:clrMapOvr>
    <a:masterClrMapping/>
  </p:clrMapOvr>
  <p:hf sldNum="0"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93555E-BE93-4AC1-A063-10E5D12580CA}"/>
              </a:ext>
            </a:extLst>
          </p:cNvPr>
          <p:cNvSpPr>
            <a:spLocks noGrp="1"/>
          </p:cNvSpPr>
          <p:nvPr>
            <p:ph type="dt" sz="half" idx="10"/>
          </p:nvPr>
        </p:nvSpPr>
        <p:spPr/>
        <p:txBody>
          <a:bodyPr/>
          <a:lstStyle/>
          <a:p>
            <a:fld id="{4F758A72-48C7-4385-A882-0B11A1F00361}" type="datetimeFigureOut">
              <a:rPr lang="en-US" smtClean="0"/>
              <a:t>10/6/2023</a:t>
            </a:fld>
            <a:endParaRPr lang="en-US"/>
          </a:p>
        </p:txBody>
      </p:sp>
      <p:sp>
        <p:nvSpPr>
          <p:cNvPr id="3" name="Footer Placeholder 2">
            <a:extLst>
              <a:ext uri="{FF2B5EF4-FFF2-40B4-BE49-F238E27FC236}">
                <a16:creationId xmlns:a16="http://schemas.microsoft.com/office/drawing/2014/main" id="{69C6C919-1DB9-6DCF-64E1-8BA223B542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EF9C45-211E-5DC8-596D-A0ACC280F0E4}"/>
              </a:ext>
            </a:extLst>
          </p:cNvPr>
          <p:cNvSpPr>
            <a:spLocks noGrp="1"/>
          </p:cNvSpPr>
          <p:nvPr>
            <p:ph type="sldNum" sz="quarter" idx="12"/>
          </p:nvPr>
        </p:nvSpPr>
        <p:spPr/>
        <p:txBody>
          <a:bodyPr/>
          <a:lstStyle/>
          <a:p>
            <a:fld id="{69645ACD-134B-4684-B61F-73DB7675FAEF}" type="slidenum">
              <a:rPr lang="en-US" smtClean="0"/>
              <a:t>‹#›</a:t>
            </a:fld>
            <a:endParaRPr lang="en-US"/>
          </a:p>
        </p:txBody>
      </p:sp>
    </p:spTree>
    <p:extLst>
      <p:ext uri="{BB962C8B-B14F-4D97-AF65-F5344CB8AC3E}">
        <p14:creationId xmlns:p14="http://schemas.microsoft.com/office/powerpoint/2010/main" val="31517251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B026A-1249-6318-0465-BDB481C8BF5A}"/>
              </a:ext>
            </a:extLst>
          </p:cNvPr>
          <p:cNvSpPr>
            <a:spLocks noGrp="1"/>
          </p:cNvSpPr>
          <p:nvPr>
            <p:ph type="title"/>
          </p:nvPr>
        </p:nvSpPr>
        <p:spPr>
          <a:xfrm>
            <a:off x="2082304" y="1161309"/>
            <a:ext cx="9750207" cy="4064582"/>
          </a:xfrm>
        </p:spPr>
        <p:txBody>
          <a:bodyPr anchor="b"/>
          <a:lstStyle>
            <a:lvl1pPr>
              <a:defRPr sz="7935"/>
            </a:lvl1pPr>
          </a:lstStyle>
          <a:p>
            <a:r>
              <a:rPr lang="en-US"/>
              <a:t>Click to edit Master title style</a:t>
            </a:r>
          </a:p>
        </p:txBody>
      </p:sp>
      <p:sp>
        <p:nvSpPr>
          <p:cNvPr id="3" name="Content Placeholder 2">
            <a:extLst>
              <a:ext uri="{FF2B5EF4-FFF2-40B4-BE49-F238E27FC236}">
                <a16:creationId xmlns:a16="http://schemas.microsoft.com/office/drawing/2014/main" id="{79CAEEBC-6030-68A9-00FB-3EF6268C41D6}"/>
              </a:ext>
            </a:extLst>
          </p:cNvPr>
          <p:cNvSpPr>
            <a:spLocks noGrp="1"/>
          </p:cNvSpPr>
          <p:nvPr>
            <p:ph idx="1"/>
          </p:nvPr>
        </p:nvSpPr>
        <p:spPr>
          <a:xfrm>
            <a:off x="12852012" y="2508107"/>
            <a:ext cx="15304324" cy="12379233"/>
          </a:xfrm>
        </p:spPr>
        <p:txBody>
          <a:bodyPr/>
          <a:lstStyle>
            <a:lvl1pPr>
              <a:defRPr sz="7935"/>
            </a:lvl1pPr>
            <a:lvl2pPr>
              <a:defRPr sz="6943"/>
            </a:lvl2pPr>
            <a:lvl3pPr>
              <a:defRPr sz="5951"/>
            </a:lvl3pPr>
            <a:lvl4pPr>
              <a:defRPr sz="4959"/>
            </a:lvl4pPr>
            <a:lvl5pPr>
              <a:defRPr sz="4959"/>
            </a:lvl5pPr>
            <a:lvl6pPr>
              <a:defRPr sz="4959"/>
            </a:lvl6pPr>
            <a:lvl7pPr>
              <a:defRPr sz="4959"/>
            </a:lvl7pPr>
            <a:lvl8pPr>
              <a:defRPr sz="4959"/>
            </a:lvl8pPr>
            <a:lvl9pPr>
              <a:defRPr sz="495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1913F3-A91C-E86C-040F-8030E2DB1B11}"/>
              </a:ext>
            </a:extLst>
          </p:cNvPr>
          <p:cNvSpPr>
            <a:spLocks noGrp="1"/>
          </p:cNvSpPr>
          <p:nvPr>
            <p:ph type="body" sz="half" idx="2"/>
          </p:nvPr>
        </p:nvSpPr>
        <p:spPr>
          <a:xfrm>
            <a:off x="2082304" y="5225892"/>
            <a:ext cx="9750207" cy="9681610"/>
          </a:xfrm>
        </p:spPr>
        <p:txBody>
          <a:bodyPr/>
          <a:lstStyle>
            <a:lvl1pPr marL="0" indent="0">
              <a:buNone/>
              <a:defRPr sz="3967"/>
            </a:lvl1pPr>
            <a:lvl2pPr marL="1133673" indent="0">
              <a:buNone/>
              <a:defRPr sz="3471"/>
            </a:lvl2pPr>
            <a:lvl3pPr marL="2267346" indent="0">
              <a:buNone/>
              <a:defRPr sz="2976"/>
            </a:lvl3pPr>
            <a:lvl4pPr marL="3401019" indent="0">
              <a:buNone/>
              <a:defRPr sz="2480"/>
            </a:lvl4pPr>
            <a:lvl5pPr marL="4534692" indent="0">
              <a:buNone/>
              <a:defRPr sz="2480"/>
            </a:lvl5pPr>
            <a:lvl6pPr marL="5668366" indent="0">
              <a:buNone/>
              <a:defRPr sz="2480"/>
            </a:lvl6pPr>
            <a:lvl7pPr marL="6802039" indent="0">
              <a:buNone/>
              <a:defRPr sz="2480"/>
            </a:lvl7pPr>
            <a:lvl8pPr marL="7935712" indent="0">
              <a:buNone/>
              <a:defRPr sz="2480"/>
            </a:lvl8pPr>
            <a:lvl9pPr marL="9069385" indent="0">
              <a:buNone/>
              <a:defRPr sz="2480"/>
            </a:lvl9pPr>
          </a:lstStyle>
          <a:p>
            <a:pPr lvl="0"/>
            <a:r>
              <a:rPr lang="en-US"/>
              <a:t>Click to edit Master text styles</a:t>
            </a:r>
          </a:p>
        </p:txBody>
      </p:sp>
      <p:sp>
        <p:nvSpPr>
          <p:cNvPr id="5" name="Date Placeholder 4">
            <a:extLst>
              <a:ext uri="{FF2B5EF4-FFF2-40B4-BE49-F238E27FC236}">
                <a16:creationId xmlns:a16="http://schemas.microsoft.com/office/drawing/2014/main" id="{CBEBAA71-78C1-5125-0B5D-C0E460CE3C09}"/>
              </a:ext>
            </a:extLst>
          </p:cNvPr>
          <p:cNvSpPr>
            <a:spLocks noGrp="1"/>
          </p:cNvSpPr>
          <p:nvPr>
            <p:ph type="dt" sz="half" idx="10"/>
          </p:nvPr>
        </p:nvSpPr>
        <p:spPr/>
        <p:txBody>
          <a:bodyPr/>
          <a:lstStyle/>
          <a:p>
            <a:fld id="{4F758A72-48C7-4385-A882-0B11A1F00361}" type="datetimeFigureOut">
              <a:rPr lang="en-US" smtClean="0"/>
              <a:t>10/6/2023</a:t>
            </a:fld>
            <a:endParaRPr lang="en-US"/>
          </a:p>
        </p:txBody>
      </p:sp>
      <p:sp>
        <p:nvSpPr>
          <p:cNvPr id="6" name="Footer Placeholder 5">
            <a:extLst>
              <a:ext uri="{FF2B5EF4-FFF2-40B4-BE49-F238E27FC236}">
                <a16:creationId xmlns:a16="http://schemas.microsoft.com/office/drawing/2014/main" id="{0BCA13A4-342C-5811-0CC1-51938C8674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7E56DB-69D8-39D6-2AE4-FB0D8FB1183E}"/>
              </a:ext>
            </a:extLst>
          </p:cNvPr>
          <p:cNvSpPr>
            <a:spLocks noGrp="1"/>
          </p:cNvSpPr>
          <p:nvPr>
            <p:ph type="sldNum" sz="quarter" idx="12"/>
          </p:nvPr>
        </p:nvSpPr>
        <p:spPr/>
        <p:txBody>
          <a:bodyPr/>
          <a:lstStyle/>
          <a:p>
            <a:fld id="{69645ACD-134B-4684-B61F-73DB7675FAEF}" type="slidenum">
              <a:rPr lang="en-US" smtClean="0"/>
              <a:t>‹#›</a:t>
            </a:fld>
            <a:endParaRPr lang="en-US"/>
          </a:p>
        </p:txBody>
      </p:sp>
    </p:spTree>
    <p:extLst>
      <p:ext uri="{BB962C8B-B14F-4D97-AF65-F5344CB8AC3E}">
        <p14:creationId xmlns:p14="http://schemas.microsoft.com/office/powerpoint/2010/main" val="125835002"/>
      </p:ext>
    </p:extLst>
  </p:cSld>
  <p:clrMapOvr>
    <a:masterClrMapping/>
  </p:clrMapOvr>
  <p:hf sldNum="0" hd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24DE5-3D05-0A9C-379F-CF50BDA8754F}"/>
              </a:ext>
            </a:extLst>
          </p:cNvPr>
          <p:cNvSpPr>
            <a:spLocks noGrp="1"/>
          </p:cNvSpPr>
          <p:nvPr>
            <p:ph type="title"/>
          </p:nvPr>
        </p:nvSpPr>
        <p:spPr>
          <a:xfrm>
            <a:off x="2082304" y="1161309"/>
            <a:ext cx="9750207" cy="4064582"/>
          </a:xfrm>
        </p:spPr>
        <p:txBody>
          <a:bodyPr anchor="b"/>
          <a:lstStyle>
            <a:lvl1pPr>
              <a:defRPr sz="7935"/>
            </a:lvl1pPr>
          </a:lstStyle>
          <a:p>
            <a:r>
              <a:rPr lang="en-US"/>
              <a:t>Click to edit Master title style</a:t>
            </a:r>
          </a:p>
        </p:txBody>
      </p:sp>
      <p:sp>
        <p:nvSpPr>
          <p:cNvPr id="3" name="Picture Placeholder 2">
            <a:extLst>
              <a:ext uri="{FF2B5EF4-FFF2-40B4-BE49-F238E27FC236}">
                <a16:creationId xmlns:a16="http://schemas.microsoft.com/office/drawing/2014/main" id="{A2C0BCB2-6F5C-29A9-226A-64C751E11508}"/>
              </a:ext>
            </a:extLst>
          </p:cNvPr>
          <p:cNvSpPr>
            <a:spLocks noGrp="1"/>
          </p:cNvSpPr>
          <p:nvPr>
            <p:ph type="pic" idx="1"/>
          </p:nvPr>
        </p:nvSpPr>
        <p:spPr>
          <a:xfrm>
            <a:off x="12852012" y="2508107"/>
            <a:ext cx="15304324" cy="12379233"/>
          </a:xfrm>
        </p:spPr>
        <p:txBody>
          <a:bodyPr/>
          <a:lstStyle>
            <a:lvl1pPr marL="0" indent="0">
              <a:buNone/>
              <a:defRPr sz="7935"/>
            </a:lvl1pPr>
            <a:lvl2pPr marL="1133673" indent="0">
              <a:buNone/>
              <a:defRPr sz="6943"/>
            </a:lvl2pPr>
            <a:lvl3pPr marL="2267346" indent="0">
              <a:buNone/>
              <a:defRPr sz="5951"/>
            </a:lvl3pPr>
            <a:lvl4pPr marL="3401019" indent="0">
              <a:buNone/>
              <a:defRPr sz="4959"/>
            </a:lvl4pPr>
            <a:lvl5pPr marL="4534692" indent="0">
              <a:buNone/>
              <a:defRPr sz="4959"/>
            </a:lvl5pPr>
            <a:lvl6pPr marL="5668366" indent="0">
              <a:buNone/>
              <a:defRPr sz="4959"/>
            </a:lvl6pPr>
            <a:lvl7pPr marL="6802039" indent="0">
              <a:buNone/>
              <a:defRPr sz="4959"/>
            </a:lvl7pPr>
            <a:lvl8pPr marL="7935712" indent="0">
              <a:buNone/>
              <a:defRPr sz="4959"/>
            </a:lvl8pPr>
            <a:lvl9pPr marL="9069385" indent="0">
              <a:buNone/>
              <a:defRPr sz="4959"/>
            </a:lvl9pPr>
          </a:lstStyle>
          <a:p>
            <a:endParaRPr lang="en-US"/>
          </a:p>
        </p:txBody>
      </p:sp>
      <p:sp>
        <p:nvSpPr>
          <p:cNvPr id="4" name="Text Placeholder 3">
            <a:extLst>
              <a:ext uri="{FF2B5EF4-FFF2-40B4-BE49-F238E27FC236}">
                <a16:creationId xmlns:a16="http://schemas.microsoft.com/office/drawing/2014/main" id="{0B26463C-B015-681C-FA22-ABB37E6B7148}"/>
              </a:ext>
            </a:extLst>
          </p:cNvPr>
          <p:cNvSpPr>
            <a:spLocks noGrp="1"/>
          </p:cNvSpPr>
          <p:nvPr>
            <p:ph type="body" sz="half" idx="2"/>
          </p:nvPr>
        </p:nvSpPr>
        <p:spPr>
          <a:xfrm>
            <a:off x="2082304" y="5225892"/>
            <a:ext cx="9750207" cy="9681610"/>
          </a:xfrm>
        </p:spPr>
        <p:txBody>
          <a:bodyPr/>
          <a:lstStyle>
            <a:lvl1pPr marL="0" indent="0">
              <a:buNone/>
              <a:defRPr sz="3967"/>
            </a:lvl1pPr>
            <a:lvl2pPr marL="1133673" indent="0">
              <a:buNone/>
              <a:defRPr sz="3471"/>
            </a:lvl2pPr>
            <a:lvl3pPr marL="2267346" indent="0">
              <a:buNone/>
              <a:defRPr sz="2976"/>
            </a:lvl3pPr>
            <a:lvl4pPr marL="3401019" indent="0">
              <a:buNone/>
              <a:defRPr sz="2480"/>
            </a:lvl4pPr>
            <a:lvl5pPr marL="4534692" indent="0">
              <a:buNone/>
              <a:defRPr sz="2480"/>
            </a:lvl5pPr>
            <a:lvl6pPr marL="5668366" indent="0">
              <a:buNone/>
              <a:defRPr sz="2480"/>
            </a:lvl6pPr>
            <a:lvl7pPr marL="6802039" indent="0">
              <a:buNone/>
              <a:defRPr sz="2480"/>
            </a:lvl7pPr>
            <a:lvl8pPr marL="7935712" indent="0">
              <a:buNone/>
              <a:defRPr sz="2480"/>
            </a:lvl8pPr>
            <a:lvl9pPr marL="9069385" indent="0">
              <a:buNone/>
              <a:defRPr sz="2480"/>
            </a:lvl9pPr>
          </a:lstStyle>
          <a:p>
            <a:pPr lvl="0"/>
            <a:r>
              <a:rPr lang="en-US"/>
              <a:t>Click to edit Master text styles</a:t>
            </a:r>
          </a:p>
        </p:txBody>
      </p:sp>
      <p:sp>
        <p:nvSpPr>
          <p:cNvPr id="5" name="Date Placeholder 4">
            <a:extLst>
              <a:ext uri="{FF2B5EF4-FFF2-40B4-BE49-F238E27FC236}">
                <a16:creationId xmlns:a16="http://schemas.microsoft.com/office/drawing/2014/main" id="{9C6C01AF-946D-C6A5-EC7A-36271852BE15}"/>
              </a:ext>
            </a:extLst>
          </p:cNvPr>
          <p:cNvSpPr>
            <a:spLocks noGrp="1"/>
          </p:cNvSpPr>
          <p:nvPr>
            <p:ph type="dt" sz="half" idx="10"/>
          </p:nvPr>
        </p:nvSpPr>
        <p:spPr/>
        <p:txBody>
          <a:bodyPr/>
          <a:lstStyle/>
          <a:p>
            <a:fld id="{4F758A72-48C7-4385-A882-0B11A1F00361}" type="datetimeFigureOut">
              <a:rPr lang="en-US" smtClean="0"/>
              <a:t>10/6/2023</a:t>
            </a:fld>
            <a:endParaRPr lang="en-US"/>
          </a:p>
        </p:txBody>
      </p:sp>
      <p:sp>
        <p:nvSpPr>
          <p:cNvPr id="6" name="Footer Placeholder 5">
            <a:extLst>
              <a:ext uri="{FF2B5EF4-FFF2-40B4-BE49-F238E27FC236}">
                <a16:creationId xmlns:a16="http://schemas.microsoft.com/office/drawing/2014/main" id="{F08B1441-D752-7806-456F-6AAC9CB91C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FE4D12-89A5-A8D5-B634-08275179CC6E}"/>
              </a:ext>
            </a:extLst>
          </p:cNvPr>
          <p:cNvSpPr>
            <a:spLocks noGrp="1"/>
          </p:cNvSpPr>
          <p:nvPr>
            <p:ph type="sldNum" sz="quarter" idx="12"/>
          </p:nvPr>
        </p:nvSpPr>
        <p:spPr/>
        <p:txBody>
          <a:bodyPr/>
          <a:lstStyle/>
          <a:p>
            <a:fld id="{69645ACD-134B-4684-B61F-73DB7675FAEF}" type="slidenum">
              <a:rPr lang="en-US" smtClean="0"/>
              <a:t>‹#›</a:t>
            </a:fld>
            <a:endParaRPr lang="en-US"/>
          </a:p>
        </p:txBody>
      </p:sp>
    </p:spTree>
    <p:extLst>
      <p:ext uri="{BB962C8B-B14F-4D97-AF65-F5344CB8AC3E}">
        <p14:creationId xmlns:p14="http://schemas.microsoft.com/office/powerpoint/2010/main" val="3351646193"/>
      </p:ext>
    </p:extLst>
  </p:cSld>
  <p:clrMapOvr>
    <a:masterClrMapping/>
  </p:clrMapOvr>
  <p:hf sldNum="0"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3A97D-9369-B795-2376-70747444DC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6CDD89-E38D-BBAA-D6B7-09431961B7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15A2A5-904B-AD21-50EE-E0FCC52644C8}"/>
              </a:ext>
            </a:extLst>
          </p:cNvPr>
          <p:cNvSpPr>
            <a:spLocks noGrp="1"/>
          </p:cNvSpPr>
          <p:nvPr>
            <p:ph type="dt" sz="half" idx="10"/>
          </p:nvPr>
        </p:nvSpPr>
        <p:spPr/>
        <p:txBody>
          <a:bodyPr/>
          <a:lstStyle/>
          <a:p>
            <a:fld id="{4F758A72-48C7-4385-A882-0B11A1F00361}" type="datetimeFigureOut">
              <a:rPr lang="en-US" smtClean="0"/>
              <a:t>10/6/2023</a:t>
            </a:fld>
            <a:endParaRPr lang="en-US"/>
          </a:p>
        </p:txBody>
      </p:sp>
      <p:sp>
        <p:nvSpPr>
          <p:cNvPr id="5" name="Footer Placeholder 4">
            <a:extLst>
              <a:ext uri="{FF2B5EF4-FFF2-40B4-BE49-F238E27FC236}">
                <a16:creationId xmlns:a16="http://schemas.microsoft.com/office/drawing/2014/main" id="{FADDEF47-51A3-4436-D4BB-CF201C7BFF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DB30F3-86C8-35D6-450C-CB68AB6872FC}"/>
              </a:ext>
            </a:extLst>
          </p:cNvPr>
          <p:cNvSpPr>
            <a:spLocks noGrp="1"/>
          </p:cNvSpPr>
          <p:nvPr>
            <p:ph type="sldNum" sz="quarter" idx="12"/>
          </p:nvPr>
        </p:nvSpPr>
        <p:spPr/>
        <p:txBody>
          <a:bodyPr/>
          <a:lstStyle/>
          <a:p>
            <a:fld id="{69645ACD-134B-4684-B61F-73DB7675FAEF}" type="slidenum">
              <a:rPr lang="en-US" smtClean="0"/>
              <a:t>‹#›</a:t>
            </a:fld>
            <a:endParaRPr lang="en-US"/>
          </a:p>
        </p:txBody>
      </p:sp>
    </p:spTree>
    <p:extLst>
      <p:ext uri="{BB962C8B-B14F-4D97-AF65-F5344CB8AC3E}">
        <p14:creationId xmlns:p14="http://schemas.microsoft.com/office/powerpoint/2010/main" val="2390132486"/>
      </p:ext>
    </p:extLst>
  </p:cSld>
  <p:clrMapOvr>
    <a:masterClrMapping/>
  </p:clrMapOvr>
  <p:hf sldNum="0" hd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BDD32C-7919-FAEC-77F7-7B2A7B9B8995}"/>
              </a:ext>
            </a:extLst>
          </p:cNvPr>
          <p:cNvSpPr>
            <a:spLocks noGrp="1"/>
          </p:cNvSpPr>
          <p:nvPr>
            <p:ph type="title" orient="vert"/>
          </p:nvPr>
        </p:nvSpPr>
        <p:spPr>
          <a:xfrm>
            <a:off x="21633890" y="927434"/>
            <a:ext cx="6518508" cy="147623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E6CD6B-3212-7492-9565-91CF8ED9502C}"/>
              </a:ext>
            </a:extLst>
          </p:cNvPr>
          <p:cNvSpPr>
            <a:spLocks noGrp="1"/>
          </p:cNvSpPr>
          <p:nvPr>
            <p:ph type="body" orient="vert" idx="1"/>
          </p:nvPr>
        </p:nvSpPr>
        <p:spPr>
          <a:xfrm>
            <a:off x="2078365" y="927434"/>
            <a:ext cx="19177640" cy="147623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2EFD08-7F6D-4607-BC3B-82CE81C28E03}"/>
              </a:ext>
            </a:extLst>
          </p:cNvPr>
          <p:cNvSpPr>
            <a:spLocks noGrp="1"/>
          </p:cNvSpPr>
          <p:nvPr>
            <p:ph type="dt" sz="half" idx="10"/>
          </p:nvPr>
        </p:nvSpPr>
        <p:spPr/>
        <p:txBody>
          <a:bodyPr/>
          <a:lstStyle/>
          <a:p>
            <a:fld id="{4F758A72-48C7-4385-A882-0B11A1F00361}" type="datetimeFigureOut">
              <a:rPr lang="en-US" smtClean="0"/>
              <a:t>10/6/2023</a:t>
            </a:fld>
            <a:endParaRPr lang="en-US"/>
          </a:p>
        </p:txBody>
      </p:sp>
      <p:sp>
        <p:nvSpPr>
          <p:cNvPr id="5" name="Footer Placeholder 4">
            <a:extLst>
              <a:ext uri="{FF2B5EF4-FFF2-40B4-BE49-F238E27FC236}">
                <a16:creationId xmlns:a16="http://schemas.microsoft.com/office/drawing/2014/main" id="{3F1956E7-930D-50AD-0175-A25EFAC622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DB9C9B-C2A3-CC78-7764-BAFA06564B08}"/>
              </a:ext>
            </a:extLst>
          </p:cNvPr>
          <p:cNvSpPr>
            <a:spLocks noGrp="1"/>
          </p:cNvSpPr>
          <p:nvPr>
            <p:ph type="sldNum" sz="quarter" idx="12"/>
          </p:nvPr>
        </p:nvSpPr>
        <p:spPr/>
        <p:txBody>
          <a:bodyPr/>
          <a:lstStyle/>
          <a:p>
            <a:fld id="{69645ACD-134B-4684-B61F-73DB7675FAEF}" type="slidenum">
              <a:rPr lang="en-US" smtClean="0"/>
              <a:t>‹#›</a:t>
            </a:fld>
            <a:endParaRPr lang="en-US"/>
          </a:p>
        </p:txBody>
      </p:sp>
    </p:spTree>
    <p:extLst>
      <p:ext uri="{BB962C8B-B14F-4D97-AF65-F5344CB8AC3E}">
        <p14:creationId xmlns:p14="http://schemas.microsoft.com/office/powerpoint/2010/main" val="671151117"/>
      </p:ext>
    </p:extLst>
  </p:cSld>
  <p:clrMapOvr>
    <a:masterClrMapping/>
  </p:clrMapOvr>
  <p:hf sldNum="0" hd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a:xfrm>
            <a:off x="5" y="1"/>
            <a:ext cx="30230760" cy="2545469"/>
          </a:xfrm>
          <a:prstGeom prst="rect">
            <a:avLst/>
          </a:prstGeom>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986917" y="3796776"/>
            <a:ext cx="22460703" cy="11795343"/>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447620" y="4645237"/>
            <a:ext cx="6622706" cy="5109760"/>
          </a:xfrm>
          <a:prstGeom prst="rect">
            <a:avLst/>
          </a:prstGeom>
        </p:spPr>
      </p:pic>
    </p:spTree>
    <p:extLst>
      <p:ext uri="{BB962C8B-B14F-4D97-AF65-F5344CB8AC3E}">
        <p14:creationId xmlns:p14="http://schemas.microsoft.com/office/powerpoint/2010/main" val="22713703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4"/>
          <a:ext cx="448797" cy="365729"/>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4"/>
                        <a:ext cx="448797" cy="3657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5" y="1"/>
            <a:ext cx="30230760" cy="2545469"/>
          </a:xfrm>
          <a:prstGeom prst="rect">
            <a:avLst/>
          </a:prstGeom>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3"/>
            </p:custDataLst>
          </p:nvPr>
        </p:nvSpPr>
        <p:spPr>
          <a:xfrm>
            <a:off x="986917" y="3796776"/>
            <a:ext cx="29243846" cy="11795343"/>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4692296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a:xfrm>
            <a:off x="5" y="1"/>
            <a:ext cx="30230760" cy="2545469"/>
          </a:xfrm>
          <a:prstGeom prst="rect">
            <a:avLst/>
          </a:prstGeom>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986920" y="3796776"/>
            <a:ext cx="21984575" cy="11795343"/>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3209556" y="4645237"/>
            <a:ext cx="6953075" cy="39510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345588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a:xfrm>
            <a:off x="5" y="1"/>
            <a:ext cx="30230760" cy="2545469"/>
          </a:xfrm>
          <a:prstGeom prst="rect">
            <a:avLst/>
          </a:prstGeom>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986918" y="3796776"/>
            <a:ext cx="22770235" cy="11795343"/>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4077775" y="3797344"/>
            <a:ext cx="5416345" cy="4354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95973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a:xfrm>
            <a:off x="5" y="1"/>
            <a:ext cx="30230760" cy="2545469"/>
          </a:xfrm>
          <a:prstGeom prst="rect">
            <a:avLst/>
          </a:prstGeom>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986918" y="3796776"/>
            <a:ext cx="22770235" cy="11795343"/>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4036415" y="4645237"/>
            <a:ext cx="6046153" cy="4621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40249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2">
            <a:lum/>
          </a:blip>
          <a:srcRect/>
          <a:stretch>
            <a:fillRect l="-1000" r="-1000"/>
          </a:stretch>
        </a:blipFill>
        <a:effectLst/>
      </p:bgPr>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9"/>
            </p:custDataLst>
          </p:nvPr>
        </p:nvGraphicFramePr>
        <p:xfrm>
          <a:off x="3" y="0"/>
          <a:ext cx="484466" cy="403232"/>
        </p:xfrm>
        <a:graphic>
          <a:graphicData uri="http://schemas.openxmlformats.org/presentationml/2006/ole">
            <mc:AlternateContent xmlns:mc="http://schemas.openxmlformats.org/markup-compatibility/2006">
              <mc:Choice xmlns:v="urn:schemas-microsoft-com:vml" Requires="v">
                <p:oleObj name="think-cell Slide" r:id="rId23" imgW="360" imgH="360" progId="">
                  <p:embed/>
                </p:oleObj>
              </mc:Choice>
              <mc:Fallback>
                <p:oleObj name="think-cell Slide" r:id="rId23" imgW="360" imgH="360" progId="">
                  <p:embed/>
                  <p:pic>
                    <p:nvPicPr>
                      <p:cNvPr id="0" name="Picture 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 y="0"/>
                        <a:ext cx="484466" cy="403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custDataLst>
              <p:tags r:id="rId20"/>
            </p:custDataLst>
          </p:nvPr>
        </p:nvSpPr>
        <p:spPr>
          <a:xfrm>
            <a:off x="29311184" y="17003952"/>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1"/>
            </p:custDataLst>
          </p:nvPr>
        </p:nvSpPr>
        <p:spPr bwMode="auto">
          <a:xfrm>
            <a:off x="8" y="1718092"/>
            <a:ext cx="30230760" cy="1849464"/>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sz="5360"/>
          </a:p>
        </p:txBody>
      </p:sp>
    </p:spTree>
    <p:extLst>
      <p:ext uri="{BB962C8B-B14F-4D97-AF65-F5344CB8AC3E}">
        <p14:creationId xmlns:p14="http://schemas.microsoft.com/office/powerpoint/2010/main" val="2917678114"/>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2D4251-159A-92AA-B2D1-AE1FB318682A}"/>
              </a:ext>
            </a:extLst>
          </p:cNvPr>
          <p:cNvSpPr>
            <a:spLocks noGrp="1"/>
          </p:cNvSpPr>
          <p:nvPr>
            <p:ph type="title"/>
          </p:nvPr>
        </p:nvSpPr>
        <p:spPr>
          <a:xfrm>
            <a:off x="2078365" y="927436"/>
            <a:ext cx="26074033" cy="336699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250E8E-BE60-1A6C-DFF3-21567217328C}"/>
              </a:ext>
            </a:extLst>
          </p:cNvPr>
          <p:cNvSpPr>
            <a:spLocks noGrp="1"/>
          </p:cNvSpPr>
          <p:nvPr>
            <p:ph type="body" idx="1"/>
          </p:nvPr>
        </p:nvSpPr>
        <p:spPr>
          <a:xfrm>
            <a:off x="2078365" y="4637172"/>
            <a:ext cx="26074033" cy="11052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197376-1FC8-4090-FBDB-815374CF2FB0}"/>
              </a:ext>
            </a:extLst>
          </p:cNvPr>
          <p:cNvSpPr>
            <a:spLocks noGrp="1"/>
          </p:cNvSpPr>
          <p:nvPr>
            <p:ph type="dt" sz="half" idx="2"/>
          </p:nvPr>
        </p:nvSpPr>
        <p:spPr>
          <a:xfrm>
            <a:off x="2078365" y="16145425"/>
            <a:ext cx="6801922" cy="927434"/>
          </a:xfrm>
          <a:prstGeom prst="rect">
            <a:avLst/>
          </a:prstGeom>
        </p:spPr>
        <p:txBody>
          <a:bodyPr vert="horz" lIns="91440" tIns="45720" rIns="91440" bIns="45720" rtlCol="0" anchor="ctr"/>
          <a:lstStyle>
            <a:lvl1pPr algn="l">
              <a:defRPr sz="2976">
                <a:solidFill>
                  <a:schemeClr val="tx1">
                    <a:tint val="75000"/>
                  </a:schemeClr>
                </a:solidFill>
              </a:defRPr>
            </a:lvl1pPr>
          </a:lstStyle>
          <a:p>
            <a:fld id="{4F758A72-48C7-4385-A882-0B11A1F00361}" type="datetimeFigureOut">
              <a:rPr lang="en-US" smtClean="0"/>
              <a:t>10/6/2023</a:t>
            </a:fld>
            <a:endParaRPr lang="en-US"/>
          </a:p>
        </p:txBody>
      </p:sp>
      <p:sp>
        <p:nvSpPr>
          <p:cNvPr id="5" name="Footer Placeholder 4">
            <a:extLst>
              <a:ext uri="{FF2B5EF4-FFF2-40B4-BE49-F238E27FC236}">
                <a16:creationId xmlns:a16="http://schemas.microsoft.com/office/drawing/2014/main" id="{12221B49-0FD1-0C67-646D-E65F182FBBC1}"/>
              </a:ext>
            </a:extLst>
          </p:cNvPr>
          <p:cNvSpPr>
            <a:spLocks noGrp="1"/>
          </p:cNvSpPr>
          <p:nvPr>
            <p:ph type="ftr" sz="quarter" idx="3"/>
          </p:nvPr>
        </p:nvSpPr>
        <p:spPr>
          <a:xfrm>
            <a:off x="10013940" y="16145425"/>
            <a:ext cx="10202883" cy="927434"/>
          </a:xfrm>
          <a:prstGeom prst="rect">
            <a:avLst/>
          </a:prstGeom>
        </p:spPr>
        <p:txBody>
          <a:bodyPr vert="horz" lIns="91440" tIns="45720" rIns="91440" bIns="45720" rtlCol="0" anchor="ctr"/>
          <a:lstStyle>
            <a:lvl1pPr algn="ctr">
              <a:defRPr sz="2976">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727BC1A-4652-C957-2DCB-97429AD901F5}"/>
              </a:ext>
            </a:extLst>
          </p:cNvPr>
          <p:cNvSpPr>
            <a:spLocks noGrp="1"/>
          </p:cNvSpPr>
          <p:nvPr>
            <p:ph type="sldNum" sz="quarter" idx="4"/>
          </p:nvPr>
        </p:nvSpPr>
        <p:spPr>
          <a:xfrm>
            <a:off x="21350476" y="16145425"/>
            <a:ext cx="6801922" cy="927434"/>
          </a:xfrm>
          <a:prstGeom prst="rect">
            <a:avLst/>
          </a:prstGeom>
        </p:spPr>
        <p:txBody>
          <a:bodyPr vert="horz" lIns="91440" tIns="45720" rIns="91440" bIns="45720" rtlCol="0" anchor="ctr"/>
          <a:lstStyle>
            <a:lvl1pPr algn="r">
              <a:defRPr sz="2976">
                <a:solidFill>
                  <a:schemeClr val="tx1">
                    <a:tint val="75000"/>
                  </a:schemeClr>
                </a:solidFill>
              </a:defRPr>
            </a:lvl1pPr>
          </a:lstStyle>
          <a:p>
            <a:fld id="{69645ACD-134B-4684-B61F-73DB7675FAEF}" type="slidenum">
              <a:rPr lang="en-US" smtClean="0"/>
              <a:t>‹#›</a:t>
            </a:fld>
            <a:endParaRPr lang="en-US"/>
          </a:p>
        </p:txBody>
      </p:sp>
    </p:spTree>
    <p:extLst>
      <p:ext uri="{BB962C8B-B14F-4D97-AF65-F5344CB8AC3E}">
        <p14:creationId xmlns:p14="http://schemas.microsoft.com/office/powerpoint/2010/main" val="104103996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Lst>
  <p:hf sldNum="0" hdr="0" dt="0"/>
  <p:txStyles>
    <p:titleStyle>
      <a:lvl1pPr algn="l" defTabSz="2267346" rtl="0" eaLnBrk="1" latinLnBrk="0" hangingPunct="1">
        <a:lnSpc>
          <a:spcPct val="90000"/>
        </a:lnSpc>
        <a:spcBef>
          <a:spcPct val="0"/>
        </a:spcBef>
        <a:buNone/>
        <a:defRPr sz="10910" kern="1200">
          <a:solidFill>
            <a:schemeClr val="tx1"/>
          </a:solidFill>
          <a:latin typeface="+mj-lt"/>
          <a:ea typeface="+mj-ea"/>
          <a:cs typeface="+mj-cs"/>
        </a:defRPr>
      </a:lvl1pPr>
    </p:titleStyle>
    <p:bodyStyle>
      <a:lvl1pPr marL="566837" indent="-566837" algn="l" defTabSz="2267346" rtl="0" eaLnBrk="1" latinLnBrk="0" hangingPunct="1">
        <a:lnSpc>
          <a:spcPct val="90000"/>
        </a:lnSpc>
        <a:spcBef>
          <a:spcPts val="2480"/>
        </a:spcBef>
        <a:buFont typeface="Arial" panose="020B0604020202020204" pitchFamily="34" charset="0"/>
        <a:buChar char="•"/>
        <a:defRPr sz="6943" kern="1200">
          <a:solidFill>
            <a:schemeClr val="tx1"/>
          </a:solidFill>
          <a:latin typeface="+mn-lt"/>
          <a:ea typeface="+mn-ea"/>
          <a:cs typeface="+mn-cs"/>
        </a:defRPr>
      </a:lvl1pPr>
      <a:lvl2pPr marL="1700510" indent="-566837" algn="l" defTabSz="2267346" rtl="0" eaLnBrk="1" latinLnBrk="0" hangingPunct="1">
        <a:lnSpc>
          <a:spcPct val="90000"/>
        </a:lnSpc>
        <a:spcBef>
          <a:spcPts val="1240"/>
        </a:spcBef>
        <a:buFont typeface="Arial" panose="020B0604020202020204" pitchFamily="34" charset="0"/>
        <a:buChar char="•"/>
        <a:defRPr sz="5951" kern="1200">
          <a:solidFill>
            <a:schemeClr val="tx1"/>
          </a:solidFill>
          <a:latin typeface="+mn-lt"/>
          <a:ea typeface="+mn-ea"/>
          <a:cs typeface="+mn-cs"/>
        </a:defRPr>
      </a:lvl2pPr>
      <a:lvl3pPr marL="2834183" indent="-566837" algn="l" defTabSz="2267346" rtl="0" eaLnBrk="1" latinLnBrk="0" hangingPunct="1">
        <a:lnSpc>
          <a:spcPct val="90000"/>
        </a:lnSpc>
        <a:spcBef>
          <a:spcPts val="1240"/>
        </a:spcBef>
        <a:buFont typeface="Arial" panose="020B0604020202020204" pitchFamily="34" charset="0"/>
        <a:buChar char="•"/>
        <a:defRPr sz="4959" kern="1200">
          <a:solidFill>
            <a:schemeClr val="tx1"/>
          </a:solidFill>
          <a:latin typeface="+mn-lt"/>
          <a:ea typeface="+mn-ea"/>
          <a:cs typeface="+mn-cs"/>
        </a:defRPr>
      </a:lvl3pPr>
      <a:lvl4pPr marL="3967856" indent="-566837" algn="l" defTabSz="2267346" rtl="0" eaLnBrk="1" latinLnBrk="0" hangingPunct="1">
        <a:lnSpc>
          <a:spcPct val="90000"/>
        </a:lnSpc>
        <a:spcBef>
          <a:spcPts val="1240"/>
        </a:spcBef>
        <a:buFont typeface="Arial" panose="020B0604020202020204" pitchFamily="34" charset="0"/>
        <a:buChar char="•"/>
        <a:defRPr sz="4463" kern="1200">
          <a:solidFill>
            <a:schemeClr val="tx1"/>
          </a:solidFill>
          <a:latin typeface="+mn-lt"/>
          <a:ea typeface="+mn-ea"/>
          <a:cs typeface="+mn-cs"/>
        </a:defRPr>
      </a:lvl4pPr>
      <a:lvl5pPr marL="5101529" indent="-566837" algn="l" defTabSz="2267346" rtl="0" eaLnBrk="1" latinLnBrk="0" hangingPunct="1">
        <a:lnSpc>
          <a:spcPct val="90000"/>
        </a:lnSpc>
        <a:spcBef>
          <a:spcPts val="1240"/>
        </a:spcBef>
        <a:buFont typeface="Arial" panose="020B0604020202020204" pitchFamily="34" charset="0"/>
        <a:buChar char="•"/>
        <a:defRPr sz="4463" kern="1200">
          <a:solidFill>
            <a:schemeClr val="tx1"/>
          </a:solidFill>
          <a:latin typeface="+mn-lt"/>
          <a:ea typeface="+mn-ea"/>
          <a:cs typeface="+mn-cs"/>
        </a:defRPr>
      </a:lvl5pPr>
      <a:lvl6pPr marL="6235202" indent="-566837" algn="l" defTabSz="2267346" rtl="0" eaLnBrk="1" latinLnBrk="0" hangingPunct="1">
        <a:lnSpc>
          <a:spcPct val="90000"/>
        </a:lnSpc>
        <a:spcBef>
          <a:spcPts val="1240"/>
        </a:spcBef>
        <a:buFont typeface="Arial" panose="020B0604020202020204" pitchFamily="34" charset="0"/>
        <a:buChar char="•"/>
        <a:defRPr sz="4463" kern="1200">
          <a:solidFill>
            <a:schemeClr val="tx1"/>
          </a:solidFill>
          <a:latin typeface="+mn-lt"/>
          <a:ea typeface="+mn-ea"/>
          <a:cs typeface="+mn-cs"/>
        </a:defRPr>
      </a:lvl6pPr>
      <a:lvl7pPr marL="7368875" indent="-566837" algn="l" defTabSz="2267346" rtl="0" eaLnBrk="1" latinLnBrk="0" hangingPunct="1">
        <a:lnSpc>
          <a:spcPct val="90000"/>
        </a:lnSpc>
        <a:spcBef>
          <a:spcPts val="1240"/>
        </a:spcBef>
        <a:buFont typeface="Arial" panose="020B0604020202020204" pitchFamily="34" charset="0"/>
        <a:buChar char="•"/>
        <a:defRPr sz="4463" kern="1200">
          <a:solidFill>
            <a:schemeClr val="tx1"/>
          </a:solidFill>
          <a:latin typeface="+mn-lt"/>
          <a:ea typeface="+mn-ea"/>
          <a:cs typeface="+mn-cs"/>
        </a:defRPr>
      </a:lvl7pPr>
      <a:lvl8pPr marL="8502548" indent="-566837" algn="l" defTabSz="2267346" rtl="0" eaLnBrk="1" latinLnBrk="0" hangingPunct="1">
        <a:lnSpc>
          <a:spcPct val="90000"/>
        </a:lnSpc>
        <a:spcBef>
          <a:spcPts val="1240"/>
        </a:spcBef>
        <a:buFont typeface="Arial" panose="020B0604020202020204" pitchFamily="34" charset="0"/>
        <a:buChar char="•"/>
        <a:defRPr sz="4463" kern="1200">
          <a:solidFill>
            <a:schemeClr val="tx1"/>
          </a:solidFill>
          <a:latin typeface="+mn-lt"/>
          <a:ea typeface="+mn-ea"/>
          <a:cs typeface="+mn-cs"/>
        </a:defRPr>
      </a:lvl8pPr>
      <a:lvl9pPr marL="9636222" indent="-566837" algn="l" defTabSz="2267346" rtl="0" eaLnBrk="1" latinLnBrk="0" hangingPunct="1">
        <a:lnSpc>
          <a:spcPct val="90000"/>
        </a:lnSpc>
        <a:spcBef>
          <a:spcPts val="1240"/>
        </a:spcBef>
        <a:buFont typeface="Arial" panose="020B0604020202020204" pitchFamily="34" charset="0"/>
        <a:buChar char="•"/>
        <a:defRPr sz="4463" kern="1200">
          <a:solidFill>
            <a:schemeClr val="tx1"/>
          </a:solidFill>
          <a:latin typeface="+mn-lt"/>
          <a:ea typeface="+mn-ea"/>
          <a:cs typeface="+mn-cs"/>
        </a:defRPr>
      </a:lvl9pPr>
    </p:bodyStyle>
    <p:otherStyle>
      <a:defPPr>
        <a:defRPr lang="en-US"/>
      </a:defPPr>
      <a:lvl1pPr marL="0" algn="l" defTabSz="2267346" rtl="0" eaLnBrk="1" latinLnBrk="0" hangingPunct="1">
        <a:defRPr sz="4463" kern="1200">
          <a:solidFill>
            <a:schemeClr val="tx1"/>
          </a:solidFill>
          <a:latin typeface="+mn-lt"/>
          <a:ea typeface="+mn-ea"/>
          <a:cs typeface="+mn-cs"/>
        </a:defRPr>
      </a:lvl1pPr>
      <a:lvl2pPr marL="1133673" algn="l" defTabSz="2267346" rtl="0" eaLnBrk="1" latinLnBrk="0" hangingPunct="1">
        <a:defRPr sz="4463" kern="1200">
          <a:solidFill>
            <a:schemeClr val="tx1"/>
          </a:solidFill>
          <a:latin typeface="+mn-lt"/>
          <a:ea typeface="+mn-ea"/>
          <a:cs typeface="+mn-cs"/>
        </a:defRPr>
      </a:lvl2pPr>
      <a:lvl3pPr marL="2267346" algn="l" defTabSz="2267346" rtl="0" eaLnBrk="1" latinLnBrk="0" hangingPunct="1">
        <a:defRPr sz="4463" kern="1200">
          <a:solidFill>
            <a:schemeClr val="tx1"/>
          </a:solidFill>
          <a:latin typeface="+mn-lt"/>
          <a:ea typeface="+mn-ea"/>
          <a:cs typeface="+mn-cs"/>
        </a:defRPr>
      </a:lvl3pPr>
      <a:lvl4pPr marL="3401019" algn="l" defTabSz="2267346" rtl="0" eaLnBrk="1" latinLnBrk="0" hangingPunct="1">
        <a:defRPr sz="4463" kern="1200">
          <a:solidFill>
            <a:schemeClr val="tx1"/>
          </a:solidFill>
          <a:latin typeface="+mn-lt"/>
          <a:ea typeface="+mn-ea"/>
          <a:cs typeface="+mn-cs"/>
        </a:defRPr>
      </a:lvl4pPr>
      <a:lvl5pPr marL="4534692" algn="l" defTabSz="2267346" rtl="0" eaLnBrk="1" latinLnBrk="0" hangingPunct="1">
        <a:defRPr sz="4463" kern="1200">
          <a:solidFill>
            <a:schemeClr val="tx1"/>
          </a:solidFill>
          <a:latin typeface="+mn-lt"/>
          <a:ea typeface="+mn-ea"/>
          <a:cs typeface="+mn-cs"/>
        </a:defRPr>
      </a:lvl5pPr>
      <a:lvl6pPr marL="5668366" algn="l" defTabSz="2267346" rtl="0" eaLnBrk="1" latinLnBrk="0" hangingPunct="1">
        <a:defRPr sz="4463" kern="1200">
          <a:solidFill>
            <a:schemeClr val="tx1"/>
          </a:solidFill>
          <a:latin typeface="+mn-lt"/>
          <a:ea typeface="+mn-ea"/>
          <a:cs typeface="+mn-cs"/>
        </a:defRPr>
      </a:lvl6pPr>
      <a:lvl7pPr marL="6802039" algn="l" defTabSz="2267346" rtl="0" eaLnBrk="1" latinLnBrk="0" hangingPunct="1">
        <a:defRPr sz="4463" kern="1200">
          <a:solidFill>
            <a:schemeClr val="tx1"/>
          </a:solidFill>
          <a:latin typeface="+mn-lt"/>
          <a:ea typeface="+mn-ea"/>
          <a:cs typeface="+mn-cs"/>
        </a:defRPr>
      </a:lvl7pPr>
      <a:lvl8pPr marL="7935712" algn="l" defTabSz="2267346" rtl="0" eaLnBrk="1" latinLnBrk="0" hangingPunct="1">
        <a:defRPr sz="4463" kern="1200">
          <a:solidFill>
            <a:schemeClr val="tx1"/>
          </a:solidFill>
          <a:latin typeface="+mn-lt"/>
          <a:ea typeface="+mn-ea"/>
          <a:cs typeface="+mn-cs"/>
        </a:defRPr>
      </a:lvl8pPr>
      <a:lvl9pPr marL="9069385" algn="l" defTabSz="2267346" rtl="0" eaLnBrk="1" latinLnBrk="0" hangingPunct="1">
        <a:defRPr sz="4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0.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70989-962D-7BF6-5DB9-A300958064AD}"/>
              </a:ext>
            </a:extLst>
          </p:cNvPr>
          <p:cNvSpPr>
            <a:spLocks noGrp="1"/>
          </p:cNvSpPr>
          <p:nvPr>
            <p:ph type="ctrTitle"/>
          </p:nvPr>
        </p:nvSpPr>
        <p:spPr/>
        <p:txBody>
          <a:bodyPr/>
          <a:lstStyle/>
          <a:p>
            <a:r>
              <a:rPr lang="en-US" dirty="0"/>
              <a:t>Java </a:t>
            </a:r>
            <a:r>
              <a:rPr lang="en-US" dirty="0">
                <a:latin typeface="Times New Roman" panose="02020603050405020304" pitchFamily="18" charset="0"/>
                <a:cs typeface="Times New Roman" panose="02020603050405020304" pitchFamily="18" charset="0"/>
              </a:rPr>
              <a:t>Fundamentals</a:t>
            </a:r>
          </a:p>
        </p:txBody>
      </p:sp>
    </p:spTree>
    <p:extLst>
      <p:ext uri="{BB962C8B-B14F-4D97-AF65-F5344CB8AC3E}">
        <p14:creationId xmlns:p14="http://schemas.microsoft.com/office/powerpoint/2010/main" val="2433664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2125985" y="891541"/>
            <a:ext cx="30230760" cy="2545469"/>
          </a:xfrm>
        </p:spPr>
        <p:txBody>
          <a:bodyPr>
            <a:normAutofit/>
          </a:bodyPr>
          <a:lstStyle/>
          <a:p>
            <a:r>
              <a:rPr lang="en-US" sz="8000" dirty="0">
                <a:latin typeface="Times New Roman" panose="02020603050405020304" pitchFamily="18" charset="0"/>
                <a:cs typeface="Times New Roman" panose="02020603050405020304" pitchFamily="18" charset="0"/>
              </a:rPr>
              <a:t>Lesson Objectives</a:t>
            </a:r>
            <a:endParaRPr lang="en-US" sz="6600"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3112897" y="4688316"/>
            <a:ext cx="22460703" cy="11795343"/>
          </a:xfrm>
        </p:spPr>
        <p:txBody>
          <a:bodyPr/>
          <a:lstStyle/>
          <a:p>
            <a:r>
              <a:rPr lang="en-US" sz="6000" dirty="0">
                <a:latin typeface="Times New Roman" panose="02020603050405020304" pitchFamily="18" charset="0"/>
                <a:cs typeface="Times New Roman" panose="02020603050405020304" pitchFamily="18" charset="0"/>
              </a:rPr>
              <a:t>After completing this lesson, participants will be able to: </a:t>
            </a:r>
          </a:p>
          <a:p>
            <a:pPr lvl="1"/>
            <a:r>
              <a:rPr lang="en-US" sz="5400" dirty="0">
                <a:latin typeface="Times New Roman" panose="02020603050405020304" pitchFamily="18" charset="0"/>
                <a:cs typeface="Times New Roman" panose="02020603050405020304" pitchFamily="18" charset="0"/>
              </a:rPr>
              <a:t>Understand Basic Java Language constructs like: </a:t>
            </a:r>
          </a:p>
          <a:p>
            <a:pPr lvl="2"/>
            <a:r>
              <a:rPr lang="en-US" sz="4800" dirty="0">
                <a:latin typeface="Times New Roman" panose="02020603050405020304" pitchFamily="18" charset="0"/>
                <a:cs typeface="Times New Roman" panose="02020603050405020304" pitchFamily="18" charset="0"/>
              </a:rPr>
              <a:t>Keywords</a:t>
            </a:r>
          </a:p>
          <a:p>
            <a:pPr lvl="2"/>
            <a:r>
              <a:rPr lang="en-US" sz="4800" dirty="0">
                <a:latin typeface="Times New Roman" panose="02020603050405020304" pitchFamily="18" charset="0"/>
                <a:cs typeface="Times New Roman" panose="02020603050405020304" pitchFamily="18" charset="0"/>
              </a:rPr>
              <a:t>Primitive Data Types</a:t>
            </a:r>
          </a:p>
          <a:p>
            <a:pPr lvl="2"/>
            <a:r>
              <a:rPr lang="en-US" sz="4800" dirty="0">
                <a:latin typeface="Times New Roman" panose="02020603050405020304" pitchFamily="18" charset="0"/>
                <a:cs typeface="Times New Roman" panose="02020603050405020304" pitchFamily="18" charset="0"/>
              </a:rPr>
              <a:t>Operators</a:t>
            </a:r>
          </a:p>
          <a:p>
            <a:pPr lvl="2"/>
            <a:r>
              <a:rPr lang="en-US" sz="4800" dirty="0">
                <a:latin typeface="Times New Roman" panose="02020603050405020304" pitchFamily="18" charset="0"/>
                <a:cs typeface="Times New Roman" panose="02020603050405020304" pitchFamily="18" charset="0"/>
              </a:rPr>
              <a:t>Variables </a:t>
            </a:r>
          </a:p>
          <a:p>
            <a:pPr lvl="2"/>
            <a:r>
              <a:rPr lang="en-US" sz="4800" dirty="0">
                <a:latin typeface="Times New Roman" panose="02020603050405020304" pitchFamily="18" charset="0"/>
                <a:cs typeface="Times New Roman" panose="02020603050405020304" pitchFamily="18" charset="0"/>
              </a:rPr>
              <a:t>Literals</a:t>
            </a:r>
          </a:p>
          <a:p>
            <a:pPr lvl="1"/>
            <a:r>
              <a:rPr lang="en-US" sz="5400" dirty="0">
                <a:latin typeface="Times New Roman" panose="02020603050405020304" pitchFamily="18" charset="0"/>
                <a:cs typeface="Times New Roman" panose="02020603050405020304" pitchFamily="18" charset="0"/>
              </a:rPr>
              <a:t>Write Java programs using control structures</a:t>
            </a:r>
          </a:p>
          <a:p>
            <a:pPr lvl="1"/>
            <a:r>
              <a:rPr lang="en-US" sz="5400" dirty="0">
                <a:latin typeface="Times New Roman" panose="02020603050405020304" pitchFamily="18" charset="0"/>
                <a:cs typeface="Times New Roman" panose="02020603050405020304" pitchFamily="18" charset="0"/>
              </a:rPr>
              <a:t>Best Practices</a:t>
            </a:r>
          </a:p>
          <a:p>
            <a:endParaRPr lang="en-US" sz="6000" dirty="0">
              <a:latin typeface="Times New Roman" panose="02020603050405020304" pitchFamily="18" charset="0"/>
              <a:cs typeface="Times New Roman" panose="02020603050405020304" pitchFamily="18" charset="0"/>
            </a:endParaRPr>
          </a:p>
          <a:p>
            <a:endParaRPr lang="en-US" sz="6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800105" y="777241"/>
            <a:ext cx="30230760" cy="2545469"/>
          </a:xfrm>
        </p:spPr>
        <p:txBody>
          <a:bodyPr/>
          <a:lstStyle/>
          <a:p>
            <a:r>
              <a:rPr lang="en-US" sz="9600" dirty="0">
                <a:latin typeface="Times New Roman" panose="02020603050405020304" pitchFamily="18" charset="0"/>
                <a:cs typeface="Times New Roman" panose="02020603050405020304" pitchFamily="18" charset="0"/>
              </a:rPr>
              <a:t>Keywords in Java</a:t>
            </a:r>
            <a:endParaRPr lang="en-US" sz="8000" dirty="0">
              <a:latin typeface="Times New Roman" panose="02020603050405020304" pitchFamily="18" charset="0"/>
              <a:cs typeface="Times New Roman" panose="02020603050405020304" pitchFamily="18" charset="0"/>
            </a:endParaRPr>
          </a:p>
        </p:txBody>
      </p:sp>
      <p:pic>
        <p:nvPicPr>
          <p:cNvPr id="8" name="Picture 39"/>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0"/>
                    </a14:imgEffect>
                  </a14:imgLayer>
                </a14:imgProps>
              </a:ext>
            </a:extLst>
          </a:blip>
          <a:srcRect/>
          <a:stretch>
            <a:fillRect/>
          </a:stretch>
        </p:blipFill>
        <p:spPr>
          <a:xfrm>
            <a:off x="2537460" y="4389121"/>
            <a:ext cx="21076920" cy="100101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773722" y="1574494"/>
            <a:ext cx="27807139" cy="2586826"/>
          </a:xfrm>
        </p:spPr>
        <p:txBody>
          <a:bodyPr>
            <a:normAutofit/>
          </a:bodyPr>
          <a:lstStyle/>
          <a:p>
            <a:r>
              <a:rPr lang="en-US" sz="4400" b="1" dirty="0">
                <a:latin typeface="Times New Roman" panose="02020603050405020304" pitchFamily="18" charset="0"/>
                <a:cs typeface="Times New Roman" panose="02020603050405020304" pitchFamily="18" charset="0"/>
              </a:rPr>
              <a:t> Primitive Data types</a:t>
            </a:r>
            <a:br>
              <a:rPr lang="en-US" sz="4400" b="1"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Java Data types</a:t>
            </a:r>
            <a:endParaRPr lang="en-US" sz="7200" dirty="0">
              <a:latin typeface="Times New Roman" panose="02020603050405020304" pitchFamily="18" charset="0"/>
              <a:cs typeface="Times New Roman" panose="02020603050405020304" pitchFamily="18" charset="0"/>
            </a:endParaRPr>
          </a:p>
        </p:txBody>
      </p:sp>
      <p:grpSp>
        <p:nvGrpSpPr>
          <p:cNvPr id="5" name="Group 3"/>
          <p:cNvGrpSpPr>
            <a:grpSpLocks/>
          </p:cNvGrpSpPr>
          <p:nvPr/>
        </p:nvGrpSpPr>
        <p:grpSpPr bwMode="auto">
          <a:xfrm>
            <a:off x="2873330" y="5414303"/>
            <a:ext cx="19186570" cy="8826306"/>
            <a:chOff x="-3" y="-3"/>
            <a:chExt cx="3259" cy="5094"/>
          </a:xfrm>
        </p:grpSpPr>
        <p:grpSp>
          <p:nvGrpSpPr>
            <p:cNvPr id="8" name="Group 4"/>
            <p:cNvGrpSpPr>
              <a:grpSpLocks/>
            </p:cNvGrpSpPr>
            <p:nvPr/>
          </p:nvGrpSpPr>
          <p:grpSpPr bwMode="auto">
            <a:xfrm>
              <a:off x="0" y="0"/>
              <a:ext cx="3253" cy="5088"/>
              <a:chOff x="0" y="0"/>
              <a:chExt cx="3253" cy="5088"/>
            </a:xfrm>
          </p:grpSpPr>
          <p:grpSp>
            <p:nvGrpSpPr>
              <p:cNvPr id="10" name="Group 5"/>
              <p:cNvGrpSpPr>
                <a:grpSpLocks/>
              </p:cNvGrpSpPr>
              <p:nvPr/>
            </p:nvGrpSpPr>
            <p:grpSpPr bwMode="auto">
              <a:xfrm>
                <a:off x="0" y="0"/>
                <a:ext cx="720" cy="672"/>
                <a:chOff x="0" y="0"/>
                <a:chExt cx="720" cy="672"/>
              </a:xfrm>
            </p:grpSpPr>
            <p:sp>
              <p:nvSpPr>
                <p:cNvPr id="89" name="Rectangle 6"/>
                <p:cNvSpPr>
                  <a:spLocks noChangeArrowheads="1"/>
                </p:cNvSpPr>
                <p:nvPr/>
              </p:nvSpPr>
              <p:spPr bwMode="auto">
                <a:xfrm>
                  <a:off x="43" y="0"/>
                  <a:ext cx="634" cy="672"/>
                </a:xfrm>
                <a:prstGeom prst="rect">
                  <a:avLst/>
                </a:prstGeom>
                <a:noFill/>
                <a:ln w="9525">
                  <a:noFill/>
                  <a:miter lim="800000"/>
                  <a:headEnd/>
                  <a:tailEnd/>
                </a:ln>
                <a:effectLst/>
              </p:spPr>
              <p:txBody>
                <a:bodyPr/>
                <a:lstStyle/>
                <a:p>
                  <a:pPr algn="just" eaLnBrk="0" hangingPunct="0"/>
                  <a:r>
                    <a:rPr lang="en-US" sz="5400" b="1" dirty="0">
                      <a:latin typeface="Times New Roman" panose="02020603050405020304" pitchFamily="18" charset="0"/>
                      <a:cs typeface="Times New Roman" panose="02020603050405020304" pitchFamily="18" charset="0"/>
                    </a:rPr>
                    <a:t>Type</a:t>
                  </a:r>
                  <a:endParaRPr lang="en-US" sz="5400" dirty="0">
                    <a:latin typeface="Times New Roman" panose="02020603050405020304" pitchFamily="18" charset="0"/>
                    <a:cs typeface="Times New Roman" panose="02020603050405020304" pitchFamily="18" charset="0"/>
                  </a:endParaRPr>
                </a:p>
                <a:p>
                  <a:pPr algn="just" eaLnBrk="0" hangingPunct="0"/>
                  <a:endParaRPr lang="en-US" sz="5400" dirty="0">
                    <a:latin typeface="Times New Roman" panose="02020603050405020304" pitchFamily="18" charset="0"/>
                    <a:cs typeface="Times New Roman" panose="02020603050405020304" pitchFamily="18" charset="0"/>
                  </a:endParaRPr>
                </a:p>
              </p:txBody>
            </p:sp>
            <p:sp>
              <p:nvSpPr>
                <p:cNvPr id="90" name="Rectangle 7"/>
                <p:cNvSpPr>
                  <a:spLocks noChangeArrowheads="1"/>
                </p:cNvSpPr>
                <p:nvPr/>
              </p:nvSpPr>
              <p:spPr bwMode="auto">
                <a:xfrm>
                  <a:off x="0" y="0"/>
                  <a:ext cx="720" cy="672"/>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11" name="Group 8"/>
              <p:cNvGrpSpPr>
                <a:grpSpLocks/>
              </p:cNvGrpSpPr>
              <p:nvPr/>
            </p:nvGrpSpPr>
            <p:grpSpPr bwMode="auto">
              <a:xfrm>
                <a:off x="720" y="0"/>
                <a:ext cx="928" cy="672"/>
                <a:chOff x="720" y="0"/>
                <a:chExt cx="928" cy="672"/>
              </a:xfrm>
            </p:grpSpPr>
            <p:sp>
              <p:nvSpPr>
                <p:cNvPr id="87" name="Rectangle 9"/>
                <p:cNvSpPr>
                  <a:spLocks noChangeArrowheads="1"/>
                </p:cNvSpPr>
                <p:nvPr/>
              </p:nvSpPr>
              <p:spPr bwMode="auto">
                <a:xfrm>
                  <a:off x="763" y="0"/>
                  <a:ext cx="842" cy="672"/>
                </a:xfrm>
                <a:prstGeom prst="rect">
                  <a:avLst/>
                </a:prstGeom>
                <a:noFill/>
                <a:ln w="9525">
                  <a:noFill/>
                  <a:miter lim="800000"/>
                  <a:headEnd/>
                  <a:tailEnd/>
                </a:ln>
                <a:effectLst/>
              </p:spPr>
              <p:txBody>
                <a:bodyPr/>
                <a:lstStyle/>
                <a:p>
                  <a:pPr algn="just" eaLnBrk="0" hangingPunct="0"/>
                  <a:r>
                    <a:rPr lang="en-US" sz="5400" b="1">
                      <a:latin typeface="Times New Roman" panose="02020603050405020304" pitchFamily="18" charset="0"/>
                      <a:cs typeface="Times New Roman" panose="02020603050405020304" pitchFamily="18" charset="0"/>
                    </a:rPr>
                    <a:t>Size/Format</a:t>
                  </a:r>
                </a:p>
                <a:p>
                  <a:pPr algn="just" eaLnBrk="0" hangingPunct="0"/>
                  <a:endParaRPr lang="en-US" sz="5400" b="1">
                    <a:latin typeface="Times New Roman" panose="02020603050405020304" pitchFamily="18" charset="0"/>
                    <a:cs typeface="Times New Roman" panose="02020603050405020304" pitchFamily="18" charset="0"/>
                  </a:endParaRPr>
                </a:p>
              </p:txBody>
            </p:sp>
            <p:sp>
              <p:nvSpPr>
                <p:cNvPr id="88" name="Rectangle 10"/>
                <p:cNvSpPr>
                  <a:spLocks noChangeArrowheads="1"/>
                </p:cNvSpPr>
                <p:nvPr/>
              </p:nvSpPr>
              <p:spPr bwMode="auto">
                <a:xfrm>
                  <a:off x="720" y="0"/>
                  <a:ext cx="928" cy="672"/>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12" name="Group 11"/>
              <p:cNvGrpSpPr>
                <a:grpSpLocks/>
              </p:cNvGrpSpPr>
              <p:nvPr/>
            </p:nvGrpSpPr>
            <p:grpSpPr bwMode="auto">
              <a:xfrm>
                <a:off x="1648" y="0"/>
                <a:ext cx="1605" cy="672"/>
                <a:chOff x="1648" y="0"/>
                <a:chExt cx="1605" cy="672"/>
              </a:xfrm>
            </p:grpSpPr>
            <p:sp>
              <p:nvSpPr>
                <p:cNvPr id="85" name="Rectangle 12"/>
                <p:cNvSpPr>
                  <a:spLocks noChangeArrowheads="1"/>
                </p:cNvSpPr>
                <p:nvPr/>
              </p:nvSpPr>
              <p:spPr bwMode="auto">
                <a:xfrm>
                  <a:off x="1691" y="0"/>
                  <a:ext cx="1519" cy="672"/>
                </a:xfrm>
                <a:prstGeom prst="rect">
                  <a:avLst/>
                </a:prstGeom>
                <a:noFill/>
                <a:ln w="9525">
                  <a:noFill/>
                  <a:miter lim="800000"/>
                  <a:headEnd/>
                  <a:tailEnd/>
                </a:ln>
                <a:effectLst/>
              </p:spPr>
              <p:txBody>
                <a:bodyPr/>
                <a:lstStyle/>
                <a:p>
                  <a:pPr algn="just" eaLnBrk="0" hangingPunct="0"/>
                  <a:r>
                    <a:rPr lang="en-US" sz="5400" b="1">
                      <a:latin typeface="Times New Roman" panose="02020603050405020304" pitchFamily="18" charset="0"/>
                      <a:cs typeface="Times New Roman" panose="02020603050405020304" pitchFamily="18" charset="0"/>
                    </a:rPr>
                    <a:t>Description</a:t>
                  </a:r>
                  <a:endParaRPr lang="en-US" sz="5400">
                    <a:latin typeface="Times New Roman" panose="02020603050405020304" pitchFamily="18" charset="0"/>
                    <a:cs typeface="Times New Roman" panose="02020603050405020304" pitchFamily="18" charset="0"/>
                  </a:endParaRP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86" name="Rectangle 13"/>
                <p:cNvSpPr>
                  <a:spLocks noChangeArrowheads="1"/>
                </p:cNvSpPr>
                <p:nvPr/>
              </p:nvSpPr>
              <p:spPr bwMode="auto">
                <a:xfrm>
                  <a:off x="1648" y="0"/>
                  <a:ext cx="1605" cy="672"/>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13" name="Group 14"/>
              <p:cNvGrpSpPr>
                <a:grpSpLocks/>
              </p:cNvGrpSpPr>
              <p:nvPr/>
            </p:nvGrpSpPr>
            <p:grpSpPr bwMode="auto">
              <a:xfrm>
                <a:off x="0" y="672"/>
                <a:ext cx="720" cy="480"/>
                <a:chOff x="0" y="672"/>
                <a:chExt cx="720" cy="480"/>
              </a:xfrm>
            </p:grpSpPr>
            <p:sp>
              <p:nvSpPr>
                <p:cNvPr id="83" name="Rectangle 15"/>
                <p:cNvSpPr>
                  <a:spLocks noChangeArrowheads="1"/>
                </p:cNvSpPr>
                <p:nvPr/>
              </p:nvSpPr>
              <p:spPr bwMode="auto">
                <a:xfrm>
                  <a:off x="43" y="672"/>
                  <a:ext cx="634"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byte</a:t>
                  </a: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84" name="Rectangle 16"/>
                <p:cNvSpPr>
                  <a:spLocks noChangeArrowheads="1"/>
                </p:cNvSpPr>
                <p:nvPr/>
              </p:nvSpPr>
              <p:spPr bwMode="auto">
                <a:xfrm>
                  <a:off x="0" y="672"/>
                  <a:ext cx="720"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14" name="Group 17"/>
              <p:cNvGrpSpPr>
                <a:grpSpLocks/>
              </p:cNvGrpSpPr>
              <p:nvPr/>
            </p:nvGrpSpPr>
            <p:grpSpPr bwMode="auto">
              <a:xfrm>
                <a:off x="720" y="672"/>
                <a:ext cx="928" cy="480"/>
                <a:chOff x="720" y="672"/>
                <a:chExt cx="928" cy="480"/>
              </a:xfrm>
            </p:grpSpPr>
            <p:sp>
              <p:nvSpPr>
                <p:cNvPr id="81" name="Rectangle 18"/>
                <p:cNvSpPr>
                  <a:spLocks noChangeArrowheads="1"/>
                </p:cNvSpPr>
                <p:nvPr/>
              </p:nvSpPr>
              <p:spPr bwMode="auto">
                <a:xfrm>
                  <a:off x="763" y="672"/>
                  <a:ext cx="842"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8-bit</a:t>
                  </a: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82" name="Rectangle 19"/>
                <p:cNvSpPr>
                  <a:spLocks noChangeArrowheads="1"/>
                </p:cNvSpPr>
                <p:nvPr/>
              </p:nvSpPr>
              <p:spPr bwMode="auto">
                <a:xfrm>
                  <a:off x="720" y="672"/>
                  <a:ext cx="928"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15" name="Group 20"/>
              <p:cNvGrpSpPr>
                <a:grpSpLocks/>
              </p:cNvGrpSpPr>
              <p:nvPr/>
            </p:nvGrpSpPr>
            <p:grpSpPr bwMode="auto">
              <a:xfrm>
                <a:off x="1648" y="672"/>
                <a:ext cx="1605" cy="480"/>
                <a:chOff x="1648" y="672"/>
                <a:chExt cx="1605" cy="480"/>
              </a:xfrm>
            </p:grpSpPr>
            <p:sp>
              <p:nvSpPr>
                <p:cNvPr id="79" name="Rectangle 21"/>
                <p:cNvSpPr>
                  <a:spLocks noChangeArrowheads="1"/>
                </p:cNvSpPr>
                <p:nvPr/>
              </p:nvSpPr>
              <p:spPr bwMode="auto">
                <a:xfrm>
                  <a:off x="1691" y="672"/>
                  <a:ext cx="1519"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Byte-length integer</a:t>
                  </a:r>
                </a:p>
              </p:txBody>
            </p:sp>
            <p:sp>
              <p:nvSpPr>
                <p:cNvPr id="80" name="Rectangle 22"/>
                <p:cNvSpPr>
                  <a:spLocks noChangeArrowheads="1"/>
                </p:cNvSpPr>
                <p:nvPr/>
              </p:nvSpPr>
              <p:spPr bwMode="auto">
                <a:xfrm>
                  <a:off x="1648" y="672"/>
                  <a:ext cx="1605"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16" name="Group 23"/>
              <p:cNvGrpSpPr>
                <a:grpSpLocks/>
              </p:cNvGrpSpPr>
              <p:nvPr/>
            </p:nvGrpSpPr>
            <p:grpSpPr bwMode="auto">
              <a:xfrm>
                <a:off x="0" y="1152"/>
                <a:ext cx="720" cy="480"/>
                <a:chOff x="0" y="1152"/>
                <a:chExt cx="720" cy="480"/>
              </a:xfrm>
            </p:grpSpPr>
            <p:sp>
              <p:nvSpPr>
                <p:cNvPr id="77" name="Rectangle 24"/>
                <p:cNvSpPr>
                  <a:spLocks noChangeArrowheads="1"/>
                </p:cNvSpPr>
                <p:nvPr/>
              </p:nvSpPr>
              <p:spPr bwMode="auto">
                <a:xfrm>
                  <a:off x="43" y="1152"/>
                  <a:ext cx="634"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short</a:t>
                  </a: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78" name="Rectangle 25"/>
                <p:cNvSpPr>
                  <a:spLocks noChangeArrowheads="1"/>
                </p:cNvSpPr>
                <p:nvPr/>
              </p:nvSpPr>
              <p:spPr bwMode="auto">
                <a:xfrm>
                  <a:off x="0" y="1152"/>
                  <a:ext cx="720"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17" name="Group 26"/>
              <p:cNvGrpSpPr>
                <a:grpSpLocks/>
              </p:cNvGrpSpPr>
              <p:nvPr/>
            </p:nvGrpSpPr>
            <p:grpSpPr bwMode="auto">
              <a:xfrm>
                <a:off x="720" y="1152"/>
                <a:ext cx="928" cy="480"/>
                <a:chOff x="720" y="1152"/>
                <a:chExt cx="928" cy="480"/>
              </a:xfrm>
            </p:grpSpPr>
            <p:sp>
              <p:nvSpPr>
                <p:cNvPr id="75" name="Rectangle 27"/>
                <p:cNvSpPr>
                  <a:spLocks noChangeArrowheads="1"/>
                </p:cNvSpPr>
                <p:nvPr/>
              </p:nvSpPr>
              <p:spPr bwMode="auto">
                <a:xfrm>
                  <a:off x="763" y="1152"/>
                  <a:ext cx="842"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16-bit</a:t>
                  </a: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76" name="Rectangle 28"/>
                <p:cNvSpPr>
                  <a:spLocks noChangeArrowheads="1"/>
                </p:cNvSpPr>
                <p:nvPr/>
              </p:nvSpPr>
              <p:spPr bwMode="auto">
                <a:xfrm>
                  <a:off x="720" y="1152"/>
                  <a:ext cx="928"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18" name="Group 29"/>
              <p:cNvGrpSpPr>
                <a:grpSpLocks/>
              </p:cNvGrpSpPr>
              <p:nvPr/>
            </p:nvGrpSpPr>
            <p:grpSpPr bwMode="auto">
              <a:xfrm>
                <a:off x="1648" y="1152"/>
                <a:ext cx="1605" cy="480"/>
                <a:chOff x="1648" y="1152"/>
                <a:chExt cx="1605" cy="480"/>
              </a:xfrm>
            </p:grpSpPr>
            <p:sp>
              <p:nvSpPr>
                <p:cNvPr id="73" name="Rectangle 30"/>
                <p:cNvSpPr>
                  <a:spLocks noChangeArrowheads="1"/>
                </p:cNvSpPr>
                <p:nvPr/>
              </p:nvSpPr>
              <p:spPr bwMode="auto">
                <a:xfrm>
                  <a:off x="1691" y="1152"/>
                  <a:ext cx="1519"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Short Integer</a:t>
                  </a:r>
                </a:p>
              </p:txBody>
            </p:sp>
            <p:sp>
              <p:nvSpPr>
                <p:cNvPr id="74" name="Rectangle 31"/>
                <p:cNvSpPr>
                  <a:spLocks noChangeArrowheads="1"/>
                </p:cNvSpPr>
                <p:nvPr/>
              </p:nvSpPr>
              <p:spPr bwMode="auto">
                <a:xfrm>
                  <a:off x="1648" y="1152"/>
                  <a:ext cx="1605"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19" name="Group 32"/>
              <p:cNvGrpSpPr>
                <a:grpSpLocks/>
              </p:cNvGrpSpPr>
              <p:nvPr/>
            </p:nvGrpSpPr>
            <p:grpSpPr bwMode="auto">
              <a:xfrm>
                <a:off x="0" y="1632"/>
                <a:ext cx="720" cy="480"/>
                <a:chOff x="0" y="1632"/>
                <a:chExt cx="720" cy="480"/>
              </a:xfrm>
            </p:grpSpPr>
            <p:sp>
              <p:nvSpPr>
                <p:cNvPr id="71" name="Rectangle 33"/>
                <p:cNvSpPr>
                  <a:spLocks noChangeArrowheads="1"/>
                </p:cNvSpPr>
                <p:nvPr/>
              </p:nvSpPr>
              <p:spPr bwMode="auto">
                <a:xfrm>
                  <a:off x="43" y="1632"/>
                  <a:ext cx="634"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int </a:t>
                  </a: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72" name="Rectangle 34"/>
                <p:cNvSpPr>
                  <a:spLocks noChangeArrowheads="1"/>
                </p:cNvSpPr>
                <p:nvPr/>
              </p:nvSpPr>
              <p:spPr bwMode="auto">
                <a:xfrm>
                  <a:off x="0" y="1632"/>
                  <a:ext cx="720"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20" name="Group 35"/>
              <p:cNvGrpSpPr>
                <a:grpSpLocks/>
              </p:cNvGrpSpPr>
              <p:nvPr/>
            </p:nvGrpSpPr>
            <p:grpSpPr bwMode="auto">
              <a:xfrm>
                <a:off x="720" y="1632"/>
                <a:ext cx="928" cy="480"/>
                <a:chOff x="720" y="1632"/>
                <a:chExt cx="928" cy="480"/>
              </a:xfrm>
            </p:grpSpPr>
            <p:sp>
              <p:nvSpPr>
                <p:cNvPr id="69" name="Rectangle 36"/>
                <p:cNvSpPr>
                  <a:spLocks noChangeArrowheads="1"/>
                </p:cNvSpPr>
                <p:nvPr/>
              </p:nvSpPr>
              <p:spPr bwMode="auto">
                <a:xfrm>
                  <a:off x="763" y="1632"/>
                  <a:ext cx="842"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32-bit</a:t>
                  </a: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70" name="Rectangle 37"/>
                <p:cNvSpPr>
                  <a:spLocks noChangeArrowheads="1"/>
                </p:cNvSpPr>
                <p:nvPr/>
              </p:nvSpPr>
              <p:spPr bwMode="auto">
                <a:xfrm>
                  <a:off x="720" y="1632"/>
                  <a:ext cx="928"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21" name="Group 38"/>
              <p:cNvGrpSpPr>
                <a:grpSpLocks/>
              </p:cNvGrpSpPr>
              <p:nvPr/>
            </p:nvGrpSpPr>
            <p:grpSpPr bwMode="auto">
              <a:xfrm>
                <a:off x="1648" y="1632"/>
                <a:ext cx="1605" cy="480"/>
                <a:chOff x="1648" y="1632"/>
                <a:chExt cx="1605" cy="480"/>
              </a:xfrm>
            </p:grpSpPr>
            <p:sp>
              <p:nvSpPr>
                <p:cNvPr id="67" name="Rectangle 39"/>
                <p:cNvSpPr>
                  <a:spLocks noChangeArrowheads="1"/>
                </p:cNvSpPr>
                <p:nvPr/>
              </p:nvSpPr>
              <p:spPr bwMode="auto">
                <a:xfrm>
                  <a:off x="1691" y="1632"/>
                  <a:ext cx="1519"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Integer</a:t>
                  </a:r>
                </a:p>
              </p:txBody>
            </p:sp>
            <p:sp>
              <p:nvSpPr>
                <p:cNvPr id="68" name="Rectangle 40"/>
                <p:cNvSpPr>
                  <a:spLocks noChangeArrowheads="1"/>
                </p:cNvSpPr>
                <p:nvPr/>
              </p:nvSpPr>
              <p:spPr bwMode="auto">
                <a:xfrm>
                  <a:off x="1648" y="1632"/>
                  <a:ext cx="1605"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22" name="Group 41"/>
              <p:cNvGrpSpPr>
                <a:grpSpLocks/>
              </p:cNvGrpSpPr>
              <p:nvPr/>
            </p:nvGrpSpPr>
            <p:grpSpPr bwMode="auto">
              <a:xfrm>
                <a:off x="0" y="2112"/>
                <a:ext cx="720" cy="480"/>
                <a:chOff x="0" y="2112"/>
                <a:chExt cx="720" cy="480"/>
              </a:xfrm>
            </p:grpSpPr>
            <p:sp>
              <p:nvSpPr>
                <p:cNvPr id="65" name="Rectangle 42"/>
                <p:cNvSpPr>
                  <a:spLocks noChangeArrowheads="1"/>
                </p:cNvSpPr>
                <p:nvPr/>
              </p:nvSpPr>
              <p:spPr bwMode="auto">
                <a:xfrm>
                  <a:off x="43" y="2112"/>
                  <a:ext cx="634"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long</a:t>
                  </a: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66" name="Rectangle 43"/>
                <p:cNvSpPr>
                  <a:spLocks noChangeArrowheads="1"/>
                </p:cNvSpPr>
                <p:nvPr/>
              </p:nvSpPr>
              <p:spPr bwMode="auto">
                <a:xfrm>
                  <a:off x="0" y="2112"/>
                  <a:ext cx="720"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23" name="Group 44"/>
              <p:cNvGrpSpPr>
                <a:grpSpLocks/>
              </p:cNvGrpSpPr>
              <p:nvPr/>
            </p:nvGrpSpPr>
            <p:grpSpPr bwMode="auto">
              <a:xfrm>
                <a:off x="720" y="2112"/>
                <a:ext cx="928" cy="480"/>
                <a:chOff x="720" y="2112"/>
                <a:chExt cx="928" cy="480"/>
              </a:xfrm>
            </p:grpSpPr>
            <p:sp>
              <p:nvSpPr>
                <p:cNvPr id="63" name="Rectangle 45"/>
                <p:cNvSpPr>
                  <a:spLocks noChangeArrowheads="1"/>
                </p:cNvSpPr>
                <p:nvPr/>
              </p:nvSpPr>
              <p:spPr bwMode="auto">
                <a:xfrm>
                  <a:off x="763" y="2112"/>
                  <a:ext cx="842"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64-bit</a:t>
                  </a: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64" name="Rectangle 46"/>
                <p:cNvSpPr>
                  <a:spLocks noChangeArrowheads="1"/>
                </p:cNvSpPr>
                <p:nvPr/>
              </p:nvSpPr>
              <p:spPr bwMode="auto">
                <a:xfrm>
                  <a:off x="720" y="2112"/>
                  <a:ext cx="928"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24" name="Group 47"/>
              <p:cNvGrpSpPr>
                <a:grpSpLocks/>
              </p:cNvGrpSpPr>
              <p:nvPr/>
            </p:nvGrpSpPr>
            <p:grpSpPr bwMode="auto">
              <a:xfrm>
                <a:off x="1648" y="2112"/>
                <a:ext cx="1605" cy="480"/>
                <a:chOff x="1648" y="2112"/>
                <a:chExt cx="1605" cy="480"/>
              </a:xfrm>
            </p:grpSpPr>
            <p:sp>
              <p:nvSpPr>
                <p:cNvPr id="61" name="Rectangle 48"/>
                <p:cNvSpPr>
                  <a:spLocks noChangeArrowheads="1"/>
                </p:cNvSpPr>
                <p:nvPr/>
              </p:nvSpPr>
              <p:spPr bwMode="auto">
                <a:xfrm>
                  <a:off x="1691" y="2112"/>
                  <a:ext cx="1519"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Long Integer</a:t>
                  </a:r>
                </a:p>
              </p:txBody>
            </p:sp>
            <p:sp>
              <p:nvSpPr>
                <p:cNvPr id="62" name="Rectangle 49"/>
                <p:cNvSpPr>
                  <a:spLocks noChangeArrowheads="1"/>
                </p:cNvSpPr>
                <p:nvPr/>
              </p:nvSpPr>
              <p:spPr bwMode="auto">
                <a:xfrm>
                  <a:off x="1648" y="2112"/>
                  <a:ext cx="1605"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25" name="Group 50"/>
              <p:cNvGrpSpPr>
                <a:grpSpLocks/>
              </p:cNvGrpSpPr>
              <p:nvPr/>
            </p:nvGrpSpPr>
            <p:grpSpPr bwMode="auto">
              <a:xfrm>
                <a:off x="0" y="2592"/>
                <a:ext cx="720" cy="672"/>
                <a:chOff x="0" y="2592"/>
                <a:chExt cx="720" cy="672"/>
              </a:xfrm>
            </p:grpSpPr>
            <p:sp>
              <p:nvSpPr>
                <p:cNvPr id="59" name="Rectangle 51"/>
                <p:cNvSpPr>
                  <a:spLocks noChangeArrowheads="1"/>
                </p:cNvSpPr>
                <p:nvPr/>
              </p:nvSpPr>
              <p:spPr bwMode="auto">
                <a:xfrm>
                  <a:off x="43" y="2592"/>
                  <a:ext cx="634" cy="672"/>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float</a:t>
                  </a:r>
                </a:p>
              </p:txBody>
            </p:sp>
            <p:sp>
              <p:nvSpPr>
                <p:cNvPr id="60" name="Rectangle 52"/>
                <p:cNvSpPr>
                  <a:spLocks noChangeArrowheads="1"/>
                </p:cNvSpPr>
                <p:nvPr/>
              </p:nvSpPr>
              <p:spPr bwMode="auto">
                <a:xfrm>
                  <a:off x="0" y="2592"/>
                  <a:ext cx="720" cy="672"/>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26" name="Group 53"/>
              <p:cNvGrpSpPr>
                <a:grpSpLocks/>
              </p:cNvGrpSpPr>
              <p:nvPr/>
            </p:nvGrpSpPr>
            <p:grpSpPr bwMode="auto">
              <a:xfrm>
                <a:off x="720" y="2592"/>
                <a:ext cx="928" cy="672"/>
                <a:chOff x="720" y="2592"/>
                <a:chExt cx="928" cy="672"/>
              </a:xfrm>
            </p:grpSpPr>
            <p:sp>
              <p:nvSpPr>
                <p:cNvPr id="57" name="Rectangle 54"/>
                <p:cNvSpPr>
                  <a:spLocks noChangeArrowheads="1"/>
                </p:cNvSpPr>
                <p:nvPr/>
              </p:nvSpPr>
              <p:spPr bwMode="auto">
                <a:xfrm>
                  <a:off x="763" y="2592"/>
                  <a:ext cx="842" cy="672"/>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32-bit IEEE 754</a:t>
                  </a:r>
                </a:p>
              </p:txBody>
            </p:sp>
            <p:sp>
              <p:nvSpPr>
                <p:cNvPr id="58" name="Rectangle 55"/>
                <p:cNvSpPr>
                  <a:spLocks noChangeArrowheads="1"/>
                </p:cNvSpPr>
                <p:nvPr/>
              </p:nvSpPr>
              <p:spPr bwMode="auto">
                <a:xfrm>
                  <a:off x="720" y="2592"/>
                  <a:ext cx="928" cy="672"/>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27" name="Group 56"/>
              <p:cNvGrpSpPr>
                <a:grpSpLocks/>
              </p:cNvGrpSpPr>
              <p:nvPr/>
            </p:nvGrpSpPr>
            <p:grpSpPr bwMode="auto">
              <a:xfrm>
                <a:off x="1648" y="2592"/>
                <a:ext cx="1605" cy="672"/>
                <a:chOff x="1648" y="2592"/>
                <a:chExt cx="1605" cy="672"/>
              </a:xfrm>
            </p:grpSpPr>
            <p:sp>
              <p:nvSpPr>
                <p:cNvPr id="55" name="Rectangle 57"/>
                <p:cNvSpPr>
                  <a:spLocks noChangeArrowheads="1"/>
                </p:cNvSpPr>
                <p:nvPr/>
              </p:nvSpPr>
              <p:spPr bwMode="auto">
                <a:xfrm>
                  <a:off x="1691" y="2592"/>
                  <a:ext cx="1519" cy="672"/>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Single precision floating point</a:t>
                  </a:r>
                </a:p>
              </p:txBody>
            </p:sp>
            <p:sp>
              <p:nvSpPr>
                <p:cNvPr id="56" name="Rectangle 58"/>
                <p:cNvSpPr>
                  <a:spLocks noChangeArrowheads="1"/>
                </p:cNvSpPr>
                <p:nvPr/>
              </p:nvSpPr>
              <p:spPr bwMode="auto">
                <a:xfrm>
                  <a:off x="1648" y="2592"/>
                  <a:ext cx="1605" cy="672"/>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28" name="Group 59"/>
              <p:cNvGrpSpPr>
                <a:grpSpLocks/>
              </p:cNvGrpSpPr>
              <p:nvPr/>
            </p:nvGrpSpPr>
            <p:grpSpPr bwMode="auto">
              <a:xfrm>
                <a:off x="0" y="3264"/>
                <a:ext cx="720" cy="672"/>
                <a:chOff x="0" y="3264"/>
                <a:chExt cx="720" cy="672"/>
              </a:xfrm>
            </p:grpSpPr>
            <p:sp>
              <p:nvSpPr>
                <p:cNvPr id="53" name="Rectangle 60"/>
                <p:cNvSpPr>
                  <a:spLocks noChangeArrowheads="1"/>
                </p:cNvSpPr>
                <p:nvPr/>
              </p:nvSpPr>
              <p:spPr bwMode="auto">
                <a:xfrm>
                  <a:off x="43" y="3264"/>
                  <a:ext cx="634" cy="672"/>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double</a:t>
                  </a: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54" name="Rectangle 61"/>
                <p:cNvSpPr>
                  <a:spLocks noChangeArrowheads="1"/>
                </p:cNvSpPr>
                <p:nvPr/>
              </p:nvSpPr>
              <p:spPr bwMode="auto">
                <a:xfrm>
                  <a:off x="0" y="3264"/>
                  <a:ext cx="720" cy="672"/>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29" name="Group 62"/>
              <p:cNvGrpSpPr>
                <a:grpSpLocks/>
              </p:cNvGrpSpPr>
              <p:nvPr/>
            </p:nvGrpSpPr>
            <p:grpSpPr bwMode="auto">
              <a:xfrm>
                <a:off x="720" y="3264"/>
                <a:ext cx="928" cy="672"/>
                <a:chOff x="720" y="3264"/>
                <a:chExt cx="928" cy="672"/>
              </a:xfrm>
            </p:grpSpPr>
            <p:sp>
              <p:nvSpPr>
                <p:cNvPr id="51" name="Rectangle 63"/>
                <p:cNvSpPr>
                  <a:spLocks noChangeArrowheads="1"/>
                </p:cNvSpPr>
                <p:nvPr/>
              </p:nvSpPr>
              <p:spPr bwMode="auto">
                <a:xfrm>
                  <a:off x="763" y="3264"/>
                  <a:ext cx="842" cy="672"/>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64-bit IEE 754</a:t>
                  </a:r>
                </a:p>
              </p:txBody>
            </p:sp>
            <p:sp>
              <p:nvSpPr>
                <p:cNvPr id="52" name="Rectangle 64"/>
                <p:cNvSpPr>
                  <a:spLocks noChangeArrowheads="1"/>
                </p:cNvSpPr>
                <p:nvPr/>
              </p:nvSpPr>
              <p:spPr bwMode="auto">
                <a:xfrm>
                  <a:off x="720" y="3264"/>
                  <a:ext cx="928" cy="672"/>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30" name="Group 65"/>
              <p:cNvGrpSpPr>
                <a:grpSpLocks/>
              </p:cNvGrpSpPr>
              <p:nvPr/>
            </p:nvGrpSpPr>
            <p:grpSpPr bwMode="auto">
              <a:xfrm>
                <a:off x="1648" y="3264"/>
                <a:ext cx="1605" cy="672"/>
                <a:chOff x="1648" y="3264"/>
                <a:chExt cx="1605" cy="672"/>
              </a:xfrm>
            </p:grpSpPr>
            <p:sp>
              <p:nvSpPr>
                <p:cNvPr id="49" name="Rectangle 66"/>
                <p:cNvSpPr>
                  <a:spLocks noChangeArrowheads="1"/>
                </p:cNvSpPr>
                <p:nvPr/>
              </p:nvSpPr>
              <p:spPr bwMode="auto">
                <a:xfrm>
                  <a:off x="1691" y="3264"/>
                  <a:ext cx="1519" cy="672"/>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Double precision floating point</a:t>
                  </a:r>
                </a:p>
              </p:txBody>
            </p:sp>
            <p:sp>
              <p:nvSpPr>
                <p:cNvPr id="50" name="Rectangle 67"/>
                <p:cNvSpPr>
                  <a:spLocks noChangeArrowheads="1"/>
                </p:cNvSpPr>
                <p:nvPr/>
              </p:nvSpPr>
              <p:spPr bwMode="auto">
                <a:xfrm>
                  <a:off x="1648" y="3264"/>
                  <a:ext cx="1605" cy="672"/>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31" name="Group 68"/>
              <p:cNvGrpSpPr>
                <a:grpSpLocks/>
              </p:cNvGrpSpPr>
              <p:nvPr/>
            </p:nvGrpSpPr>
            <p:grpSpPr bwMode="auto">
              <a:xfrm>
                <a:off x="0" y="3936"/>
                <a:ext cx="720" cy="480"/>
                <a:chOff x="0" y="3936"/>
                <a:chExt cx="720" cy="480"/>
              </a:xfrm>
            </p:grpSpPr>
            <p:sp>
              <p:nvSpPr>
                <p:cNvPr id="47" name="Rectangle 69"/>
                <p:cNvSpPr>
                  <a:spLocks noChangeArrowheads="1"/>
                </p:cNvSpPr>
                <p:nvPr/>
              </p:nvSpPr>
              <p:spPr bwMode="auto">
                <a:xfrm>
                  <a:off x="43" y="3936"/>
                  <a:ext cx="634"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char</a:t>
                  </a: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48" name="Rectangle 70"/>
                <p:cNvSpPr>
                  <a:spLocks noChangeArrowheads="1"/>
                </p:cNvSpPr>
                <p:nvPr/>
              </p:nvSpPr>
              <p:spPr bwMode="auto">
                <a:xfrm>
                  <a:off x="0" y="3936"/>
                  <a:ext cx="720"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32" name="Group 71"/>
              <p:cNvGrpSpPr>
                <a:grpSpLocks/>
              </p:cNvGrpSpPr>
              <p:nvPr/>
            </p:nvGrpSpPr>
            <p:grpSpPr bwMode="auto">
              <a:xfrm>
                <a:off x="720" y="3936"/>
                <a:ext cx="928" cy="480"/>
                <a:chOff x="720" y="3936"/>
                <a:chExt cx="928" cy="480"/>
              </a:xfrm>
            </p:grpSpPr>
            <p:sp>
              <p:nvSpPr>
                <p:cNvPr id="45" name="Rectangle 72"/>
                <p:cNvSpPr>
                  <a:spLocks noChangeArrowheads="1"/>
                </p:cNvSpPr>
                <p:nvPr/>
              </p:nvSpPr>
              <p:spPr bwMode="auto">
                <a:xfrm>
                  <a:off x="763" y="3936"/>
                  <a:ext cx="842"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16-bit</a:t>
                  </a: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46" name="Rectangle 73"/>
                <p:cNvSpPr>
                  <a:spLocks noChangeArrowheads="1"/>
                </p:cNvSpPr>
                <p:nvPr/>
              </p:nvSpPr>
              <p:spPr bwMode="auto">
                <a:xfrm>
                  <a:off x="720" y="3936"/>
                  <a:ext cx="928"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33" name="Group 74"/>
              <p:cNvGrpSpPr>
                <a:grpSpLocks/>
              </p:cNvGrpSpPr>
              <p:nvPr/>
            </p:nvGrpSpPr>
            <p:grpSpPr bwMode="auto">
              <a:xfrm>
                <a:off x="1648" y="3936"/>
                <a:ext cx="1605" cy="480"/>
                <a:chOff x="1648" y="3936"/>
                <a:chExt cx="1605" cy="480"/>
              </a:xfrm>
            </p:grpSpPr>
            <p:sp>
              <p:nvSpPr>
                <p:cNvPr id="43" name="Rectangle 75"/>
                <p:cNvSpPr>
                  <a:spLocks noChangeArrowheads="1"/>
                </p:cNvSpPr>
                <p:nvPr/>
              </p:nvSpPr>
              <p:spPr bwMode="auto">
                <a:xfrm>
                  <a:off x="1691" y="3936"/>
                  <a:ext cx="1519" cy="480"/>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A single character</a:t>
                  </a:r>
                </a:p>
              </p:txBody>
            </p:sp>
            <p:sp>
              <p:nvSpPr>
                <p:cNvPr id="44" name="Rectangle 76"/>
                <p:cNvSpPr>
                  <a:spLocks noChangeArrowheads="1"/>
                </p:cNvSpPr>
                <p:nvPr/>
              </p:nvSpPr>
              <p:spPr bwMode="auto">
                <a:xfrm>
                  <a:off x="1648" y="3936"/>
                  <a:ext cx="1605" cy="480"/>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34" name="Group 77"/>
              <p:cNvGrpSpPr>
                <a:grpSpLocks/>
              </p:cNvGrpSpPr>
              <p:nvPr/>
            </p:nvGrpSpPr>
            <p:grpSpPr bwMode="auto">
              <a:xfrm>
                <a:off x="0" y="4416"/>
                <a:ext cx="720" cy="672"/>
                <a:chOff x="0" y="4416"/>
                <a:chExt cx="720" cy="672"/>
              </a:xfrm>
            </p:grpSpPr>
            <p:sp>
              <p:nvSpPr>
                <p:cNvPr id="41" name="Rectangle 78"/>
                <p:cNvSpPr>
                  <a:spLocks noChangeArrowheads="1"/>
                </p:cNvSpPr>
                <p:nvPr/>
              </p:nvSpPr>
              <p:spPr bwMode="auto">
                <a:xfrm>
                  <a:off x="43" y="4416"/>
                  <a:ext cx="634" cy="672"/>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boolean</a:t>
                  </a: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42" name="Rectangle 79"/>
                <p:cNvSpPr>
                  <a:spLocks noChangeArrowheads="1"/>
                </p:cNvSpPr>
                <p:nvPr/>
              </p:nvSpPr>
              <p:spPr bwMode="auto">
                <a:xfrm>
                  <a:off x="0" y="4416"/>
                  <a:ext cx="720" cy="672"/>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35" name="Group 80"/>
              <p:cNvGrpSpPr>
                <a:grpSpLocks/>
              </p:cNvGrpSpPr>
              <p:nvPr/>
            </p:nvGrpSpPr>
            <p:grpSpPr bwMode="auto">
              <a:xfrm>
                <a:off x="720" y="4416"/>
                <a:ext cx="928" cy="672"/>
                <a:chOff x="720" y="4416"/>
                <a:chExt cx="928" cy="672"/>
              </a:xfrm>
            </p:grpSpPr>
            <p:sp>
              <p:nvSpPr>
                <p:cNvPr id="39" name="Rectangle 81"/>
                <p:cNvSpPr>
                  <a:spLocks noChangeArrowheads="1"/>
                </p:cNvSpPr>
                <p:nvPr/>
              </p:nvSpPr>
              <p:spPr bwMode="auto">
                <a:xfrm>
                  <a:off x="763" y="4416"/>
                  <a:ext cx="842" cy="672"/>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1-bit</a:t>
                  </a:r>
                </a:p>
                <a:p>
                  <a:pPr algn="just" eaLnBrk="0" hangingPunct="0"/>
                  <a:endParaRPr lang="en-US" sz="5400">
                    <a:latin typeface="Times New Roman" panose="02020603050405020304" pitchFamily="18" charset="0"/>
                    <a:cs typeface="Times New Roman" panose="02020603050405020304" pitchFamily="18" charset="0"/>
                  </a:endParaRPr>
                </a:p>
              </p:txBody>
            </p:sp>
            <p:sp>
              <p:nvSpPr>
                <p:cNvPr id="40" name="Rectangle 82"/>
                <p:cNvSpPr>
                  <a:spLocks noChangeArrowheads="1"/>
                </p:cNvSpPr>
                <p:nvPr/>
              </p:nvSpPr>
              <p:spPr bwMode="auto">
                <a:xfrm>
                  <a:off x="720" y="4416"/>
                  <a:ext cx="928" cy="672"/>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nvGrpSpPr>
              <p:cNvPr id="36" name="Group 83"/>
              <p:cNvGrpSpPr>
                <a:grpSpLocks/>
              </p:cNvGrpSpPr>
              <p:nvPr/>
            </p:nvGrpSpPr>
            <p:grpSpPr bwMode="auto">
              <a:xfrm>
                <a:off x="1648" y="4416"/>
                <a:ext cx="1605" cy="672"/>
                <a:chOff x="1648" y="4416"/>
                <a:chExt cx="1605" cy="672"/>
              </a:xfrm>
            </p:grpSpPr>
            <p:sp>
              <p:nvSpPr>
                <p:cNvPr id="37" name="Rectangle 84"/>
                <p:cNvSpPr>
                  <a:spLocks noChangeArrowheads="1"/>
                </p:cNvSpPr>
                <p:nvPr/>
              </p:nvSpPr>
              <p:spPr bwMode="auto">
                <a:xfrm>
                  <a:off x="1691" y="4416"/>
                  <a:ext cx="1519" cy="672"/>
                </a:xfrm>
                <a:prstGeom prst="rect">
                  <a:avLst/>
                </a:prstGeom>
                <a:noFill/>
                <a:ln w="9525">
                  <a:noFill/>
                  <a:miter lim="800000"/>
                  <a:headEnd/>
                  <a:tailEnd/>
                </a:ln>
                <a:effectLst/>
              </p:spPr>
              <p:txBody>
                <a:bodyPr/>
                <a:lstStyle/>
                <a:p>
                  <a:pPr algn="just" eaLnBrk="0" hangingPunct="0"/>
                  <a:r>
                    <a:rPr lang="en-US" sz="5400">
                      <a:latin typeface="Times New Roman" panose="02020603050405020304" pitchFamily="18" charset="0"/>
                      <a:cs typeface="Times New Roman" panose="02020603050405020304" pitchFamily="18" charset="0"/>
                    </a:rPr>
                    <a:t>True or False</a:t>
                  </a:r>
                </a:p>
              </p:txBody>
            </p:sp>
            <p:sp>
              <p:nvSpPr>
                <p:cNvPr id="38" name="Rectangle 85"/>
                <p:cNvSpPr>
                  <a:spLocks noChangeArrowheads="1"/>
                </p:cNvSpPr>
                <p:nvPr/>
              </p:nvSpPr>
              <p:spPr bwMode="auto">
                <a:xfrm>
                  <a:off x="1648" y="4416"/>
                  <a:ext cx="1605" cy="672"/>
                </a:xfrm>
                <a:prstGeom prst="rect">
                  <a:avLst/>
                </a:prstGeom>
                <a:noFill/>
                <a:ln w="7">
                  <a:solidFill>
                    <a:srgbClr val="A0A0A0"/>
                  </a:solidFill>
                  <a:miter lim="800000"/>
                  <a:headEnd/>
                  <a:tailEnd/>
                </a:ln>
                <a:effectLst/>
              </p:spPr>
              <p:txBody>
                <a:bodyPr/>
                <a:lstStyle/>
                <a:p>
                  <a:endParaRPr lang="en-IN" sz="5400">
                    <a:latin typeface="Times New Roman" panose="02020603050405020304" pitchFamily="18" charset="0"/>
                    <a:cs typeface="Times New Roman" panose="02020603050405020304" pitchFamily="18" charset="0"/>
                  </a:endParaRPr>
                </a:p>
              </p:txBody>
            </p:sp>
          </p:grpSp>
        </p:grpSp>
        <p:sp>
          <p:nvSpPr>
            <p:cNvPr id="9" name="Rectangle 86"/>
            <p:cNvSpPr>
              <a:spLocks noChangeArrowheads="1"/>
            </p:cNvSpPr>
            <p:nvPr/>
          </p:nvSpPr>
          <p:spPr bwMode="auto">
            <a:xfrm>
              <a:off x="-3" y="-3"/>
              <a:ext cx="3259" cy="5094"/>
            </a:xfrm>
            <a:prstGeom prst="rect">
              <a:avLst/>
            </a:prstGeom>
            <a:noFill/>
            <a:ln w="11112">
              <a:solidFill>
                <a:schemeClr val="tx2"/>
              </a:solidFill>
              <a:miter lim="800000"/>
              <a:headEnd/>
              <a:tailEnd/>
            </a:ln>
            <a:effectLst/>
          </p:spPr>
          <p:txBody>
            <a:bodyPr/>
            <a:lstStyle/>
            <a:p>
              <a:endParaRPr lang="en-IN" sz="5400" dirty="0">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1188725" y="594361"/>
            <a:ext cx="30230760" cy="2545469"/>
          </a:xfrm>
        </p:spPr>
        <p:txBody>
          <a:bodyPr/>
          <a:lstStyle/>
          <a:p>
            <a:r>
              <a:rPr lang="en-US" sz="4400" dirty="0">
                <a:latin typeface="Times New Roman" panose="02020603050405020304" pitchFamily="18" charset="0"/>
                <a:cs typeface="Times New Roman" panose="02020603050405020304" pitchFamily="18" charset="0"/>
              </a:rPr>
              <a:t>Operators and Assignments</a:t>
            </a:r>
            <a:br>
              <a:rPr lang="en-US" sz="8800"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Operators in Java</a:t>
            </a:r>
            <a:endParaRPr lang="en-US" sz="72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2175637" y="4391136"/>
            <a:ext cx="29243846" cy="11795343"/>
          </a:xfrm>
        </p:spPr>
        <p:txBody>
          <a:bodyPr/>
          <a:lstStyle/>
          <a:p>
            <a:r>
              <a:rPr lang="en-US" sz="6600" dirty="0">
                <a:solidFill>
                  <a:schemeClr val="tx1"/>
                </a:solidFill>
                <a:latin typeface="Times New Roman" panose="02020603050405020304" pitchFamily="18" charset="0"/>
                <a:cs typeface="Times New Roman" panose="02020603050405020304" pitchFamily="18" charset="0"/>
              </a:rPr>
              <a:t>Operators can be divided into following groups:</a:t>
            </a:r>
          </a:p>
          <a:p>
            <a:pPr lvl="1"/>
            <a:r>
              <a:rPr lang="en-US" sz="6000" dirty="0">
                <a:solidFill>
                  <a:schemeClr val="tx1"/>
                </a:solidFill>
                <a:latin typeface="Times New Roman" panose="02020603050405020304" pitchFamily="18" charset="0"/>
                <a:cs typeface="Times New Roman" panose="02020603050405020304" pitchFamily="18" charset="0"/>
              </a:rPr>
              <a:t>Arithmetic</a:t>
            </a:r>
          </a:p>
          <a:p>
            <a:pPr lvl="1"/>
            <a:r>
              <a:rPr lang="en-US" sz="6000" dirty="0">
                <a:solidFill>
                  <a:schemeClr val="tx1"/>
                </a:solidFill>
                <a:latin typeface="Times New Roman" panose="02020603050405020304" pitchFamily="18" charset="0"/>
                <a:cs typeface="Times New Roman" panose="02020603050405020304" pitchFamily="18" charset="0"/>
              </a:rPr>
              <a:t>Bitwise</a:t>
            </a:r>
          </a:p>
          <a:p>
            <a:pPr lvl="1"/>
            <a:r>
              <a:rPr lang="en-US" sz="6000" dirty="0">
                <a:solidFill>
                  <a:schemeClr val="tx1"/>
                </a:solidFill>
                <a:latin typeface="Times New Roman" panose="02020603050405020304" pitchFamily="18" charset="0"/>
                <a:cs typeface="Times New Roman" panose="02020603050405020304" pitchFamily="18" charset="0"/>
              </a:rPr>
              <a:t>Relational</a:t>
            </a:r>
          </a:p>
          <a:p>
            <a:pPr lvl="1"/>
            <a:r>
              <a:rPr lang="en-US" sz="6000" dirty="0">
                <a:solidFill>
                  <a:schemeClr val="tx1"/>
                </a:solidFill>
                <a:latin typeface="Times New Roman" panose="02020603050405020304" pitchFamily="18" charset="0"/>
                <a:cs typeface="Times New Roman" panose="02020603050405020304" pitchFamily="18" charset="0"/>
              </a:rPr>
              <a:t>Logical</a:t>
            </a:r>
          </a:p>
          <a:p>
            <a:pPr lvl="1"/>
            <a:r>
              <a:rPr lang="en-US" sz="6000" i="1" dirty="0" err="1">
                <a:solidFill>
                  <a:schemeClr val="tx1"/>
                </a:solidFill>
                <a:latin typeface="Times New Roman" panose="02020603050405020304" pitchFamily="18" charset="0"/>
                <a:cs typeface="Times New Roman" panose="02020603050405020304" pitchFamily="18" charset="0"/>
              </a:rPr>
              <a:t>instanceof</a:t>
            </a:r>
            <a:r>
              <a:rPr lang="en-US" sz="6000" dirty="0">
                <a:solidFill>
                  <a:schemeClr val="tx1"/>
                </a:solidFill>
                <a:latin typeface="Times New Roman" panose="02020603050405020304" pitchFamily="18" charset="0"/>
                <a:cs typeface="Times New Roman" panose="02020603050405020304" pitchFamily="18" charset="0"/>
              </a:rPr>
              <a:t> Operator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937265" y="868681"/>
            <a:ext cx="30230760" cy="2545469"/>
          </a:xfrm>
        </p:spPr>
        <p:txBody>
          <a:bodyPr>
            <a:normAutofit/>
          </a:bodyPr>
          <a:lstStyle/>
          <a:p>
            <a:r>
              <a:rPr lang="en-US" sz="4000" dirty="0">
                <a:latin typeface="Times New Roman" panose="02020603050405020304" pitchFamily="18" charset="0"/>
                <a:cs typeface="Times New Roman" panose="02020603050405020304" pitchFamily="18" charset="0"/>
              </a:rPr>
              <a:t>Operators and Assignments</a:t>
            </a:r>
            <a:br>
              <a:rPr lang="en-US" sz="8000" dirty="0">
                <a:latin typeface="Times New Roman" panose="02020603050405020304" pitchFamily="18" charset="0"/>
                <a:cs typeface="Times New Roman" panose="02020603050405020304" pitchFamily="18" charset="0"/>
              </a:rPr>
            </a:br>
            <a:r>
              <a:rPr lang="en-US" sz="8000" dirty="0">
                <a:latin typeface="Times New Roman" panose="02020603050405020304" pitchFamily="18" charset="0"/>
                <a:cs typeface="Times New Roman" panose="02020603050405020304" pitchFamily="18" charset="0"/>
              </a:rPr>
              <a:t>Arithmetic Operators</a:t>
            </a:r>
            <a:endParaRPr lang="en-US" sz="6600" dirty="0">
              <a:latin typeface="Times New Roman" panose="02020603050405020304" pitchFamily="18" charset="0"/>
              <a:cs typeface="Times New Roman" panose="02020603050405020304" pitchFamily="18" charset="0"/>
            </a:endParaRPr>
          </a:p>
        </p:txBody>
      </p:sp>
      <p:pic>
        <p:nvPicPr>
          <p:cNvPr id="8" name="Picture 6"/>
          <p:cNvPicPr>
            <a:picLocks noChangeAspect="1" noChangeArrowheads="1"/>
          </p:cNvPicPr>
          <p:nvPr/>
        </p:nvPicPr>
        <p:blipFill>
          <a:blip r:embed="rId3" cstate="print"/>
          <a:srcRect/>
          <a:stretch>
            <a:fillRect/>
          </a:stretch>
        </p:blipFill>
        <p:spPr bwMode="auto">
          <a:xfrm>
            <a:off x="3954780" y="4023360"/>
            <a:ext cx="18562320" cy="9166859"/>
          </a:xfrm>
          <a:prstGeom prst="rect">
            <a:avLst/>
          </a:prstGeom>
          <a:noFill/>
        </p:spPr>
      </p:pic>
    </p:spTree>
    <p:extLst>
      <p:ext uri="{BB962C8B-B14F-4D97-AF65-F5344CB8AC3E}">
        <p14:creationId xmlns:p14="http://schemas.microsoft.com/office/powerpoint/2010/main" val="980812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754385" y="1348741"/>
            <a:ext cx="27729175" cy="2240279"/>
          </a:xfrm>
        </p:spPr>
        <p:txBody>
          <a:bodyPr>
            <a:normAutofit/>
          </a:bodyPr>
          <a:lstStyle/>
          <a:p>
            <a:r>
              <a:rPr lang="en-US" sz="4000" dirty="0">
                <a:latin typeface="Times New Roman" panose="02020603050405020304" pitchFamily="18" charset="0"/>
                <a:cs typeface="Times New Roman" panose="02020603050405020304" pitchFamily="18" charset="0"/>
              </a:rPr>
              <a:t>Operators and Assignments</a:t>
            </a:r>
            <a:br>
              <a:rPr lang="en-US" sz="8000" dirty="0">
                <a:latin typeface="Times New Roman" panose="02020603050405020304" pitchFamily="18" charset="0"/>
                <a:cs typeface="Times New Roman" panose="02020603050405020304" pitchFamily="18" charset="0"/>
              </a:rPr>
            </a:br>
            <a:r>
              <a:rPr lang="en-US" sz="8000" dirty="0">
                <a:latin typeface="Times New Roman" panose="02020603050405020304" pitchFamily="18" charset="0"/>
                <a:cs typeface="Times New Roman" panose="02020603050405020304" pitchFamily="18" charset="0"/>
              </a:rPr>
              <a:t>Bitwise Operators</a:t>
            </a:r>
            <a:endParaRPr lang="en-US" sz="66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1741297" y="5145517"/>
            <a:ext cx="26823928" cy="10381136"/>
          </a:xfrm>
        </p:spPr>
        <p:txBody>
          <a:bodyPr/>
          <a:lstStyle/>
          <a:p>
            <a:r>
              <a:rPr lang="en-US" sz="6000" dirty="0">
                <a:solidFill>
                  <a:schemeClr val="tx1"/>
                </a:solidFill>
                <a:latin typeface="Times New Roman" panose="02020603050405020304" pitchFamily="18" charset="0"/>
                <a:cs typeface="Times New Roman" panose="02020603050405020304" pitchFamily="18" charset="0"/>
              </a:rPr>
              <a:t>Apply upon </a:t>
            </a:r>
            <a:r>
              <a:rPr lang="en-US" sz="6000" i="1" dirty="0" err="1">
                <a:solidFill>
                  <a:schemeClr val="tx1"/>
                </a:solidFill>
                <a:latin typeface="Times New Roman" panose="02020603050405020304" pitchFamily="18" charset="0"/>
                <a:cs typeface="Times New Roman" panose="02020603050405020304" pitchFamily="18" charset="0"/>
              </a:rPr>
              <a:t>int</a:t>
            </a:r>
            <a:r>
              <a:rPr lang="en-US" sz="6000" i="1" dirty="0">
                <a:solidFill>
                  <a:schemeClr val="tx1"/>
                </a:solidFill>
                <a:latin typeface="Times New Roman" panose="02020603050405020304" pitchFamily="18" charset="0"/>
                <a:cs typeface="Times New Roman" panose="02020603050405020304" pitchFamily="18" charset="0"/>
              </a:rPr>
              <a:t>, long, short, char </a:t>
            </a:r>
            <a:r>
              <a:rPr lang="en-US" sz="6000" dirty="0">
                <a:solidFill>
                  <a:schemeClr val="tx1"/>
                </a:solidFill>
                <a:latin typeface="Times New Roman" panose="02020603050405020304" pitchFamily="18" charset="0"/>
                <a:cs typeface="Times New Roman" panose="02020603050405020304" pitchFamily="18" charset="0"/>
              </a:rPr>
              <a:t>and </a:t>
            </a:r>
            <a:r>
              <a:rPr lang="en-US" sz="6000" i="1" dirty="0">
                <a:solidFill>
                  <a:schemeClr val="tx1"/>
                </a:solidFill>
                <a:latin typeface="Times New Roman" panose="02020603050405020304" pitchFamily="18" charset="0"/>
                <a:cs typeface="Times New Roman" panose="02020603050405020304" pitchFamily="18" charset="0"/>
              </a:rPr>
              <a:t>byte </a:t>
            </a:r>
            <a:r>
              <a:rPr lang="en-US" sz="6000" dirty="0">
                <a:solidFill>
                  <a:schemeClr val="tx1"/>
                </a:solidFill>
                <a:latin typeface="Times New Roman" panose="02020603050405020304" pitchFamily="18" charset="0"/>
                <a:cs typeface="Times New Roman" panose="02020603050405020304" pitchFamily="18" charset="0"/>
              </a:rPr>
              <a:t>data types:</a:t>
            </a:r>
          </a:p>
        </p:txBody>
      </p:sp>
      <p:pic>
        <p:nvPicPr>
          <p:cNvPr id="4" name="Picture 4"/>
          <p:cNvPicPr>
            <a:picLocks noChangeAspect="1" noChangeArrowheads="1"/>
          </p:cNvPicPr>
          <p:nvPr/>
        </p:nvPicPr>
        <p:blipFill>
          <a:blip r:embed="rId3" cstate="print"/>
          <a:srcRect/>
          <a:stretch>
            <a:fillRect/>
          </a:stretch>
        </p:blipFill>
        <p:spPr bwMode="auto">
          <a:xfrm>
            <a:off x="3086100" y="6606540"/>
            <a:ext cx="22037727" cy="7677947"/>
          </a:xfrm>
          <a:prstGeom prst="rect">
            <a:avLst/>
          </a:prstGeom>
          <a:noFill/>
        </p:spPr>
      </p:pic>
    </p:spTree>
    <p:extLst>
      <p:ext uri="{BB962C8B-B14F-4D97-AF65-F5344CB8AC3E}">
        <p14:creationId xmlns:p14="http://schemas.microsoft.com/office/powerpoint/2010/main" val="936279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1303025" y="937261"/>
            <a:ext cx="30230760" cy="2545469"/>
          </a:xfrm>
        </p:spPr>
        <p:txBody>
          <a:bodyPr>
            <a:normAutofit/>
          </a:bodyPr>
          <a:lstStyle/>
          <a:p>
            <a:r>
              <a:rPr lang="en-US" sz="4400" dirty="0">
                <a:latin typeface="Times New Roman" panose="02020603050405020304" pitchFamily="18" charset="0"/>
                <a:cs typeface="Times New Roman" panose="02020603050405020304" pitchFamily="18" charset="0"/>
              </a:rPr>
              <a:t> Operators and Assignments</a:t>
            </a:r>
            <a:br>
              <a:rPr lang="en-US" sz="8800"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Relational Operators</a:t>
            </a:r>
            <a:endParaRPr lang="en-US" sz="72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2289937" y="4734036"/>
            <a:ext cx="29243846" cy="11795343"/>
          </a:xfrm>
        </p:spPr>
        <p:txBody>
          <a:bodyPr/>
          <a:lstStyle/>
          <a:p>
            <a:r>
              <a:rPr lang="en-US" sz="6600" dirty="0">
                <a:solidFill>
                  <a:schemeClr val="tx1"/>
                </a:solidFill>
                <a:latin typeface="Times New Roman" panose="02020603050405020304" pitchFamily="18" charset="0"/>
                <a:cs typeface="Times New Roman" panose="02020603050405020304" pitchFamily="18" charset="0"/>
              </a:rPr>
              <a:t>Determine the relationship that one operand has to another. </a:t>
            </a:r>
          </a:p>
          <a:p>
            <a:pPr lvl="1"/>
            <a:r>
              <a:rPr lang="en-US" sz="6000" dirty="0">
                <a:solidFill>
                  <a:schemeClr val="tx1"/>
                </a:solidFill>
                <a:latin typeface="Times New Roman" panose="02020603050405020304" pitchFamily="18" charset="0"/>
                <a:cs typeface="Times New Roman" panose="02020603050405020304" pitchFamily="18" charset="0"/>
              </a:rPr>
              <a:t>Ordering and equality.</a:t>
            </a:r>
          </a:p>
        </p:txBody>
      </p:sp>
      <p:pic>
        <p:nvPicPr>
          <p:cNvPr id="4" name="Picture 4"/>
          <p:cNvPicPr>
            <a:picLocks noChangeAspect="1" noChangeArrowheads="1"/>
          </p:cNvPicPr>
          <p:nvPr/>
        </p:nvPicPr>
        <p:blipFill>
          <a:blip r:embed="rId3" cstate="print"/>
          <a:srcRect/>
          <a:stretch>
            <a:fillRect/>
          </a:stretch>
        </p:blipFill>
        <p:spPr bwMode="auto">
          <a:xfrm>
            <a:off x="4389120" y="7292340"/>
            <a:ext cx="23425747" cy="8161020"/>
          </a:xfrm>
          <a:prstGeom prst="rect">
            <a:avLst/>
          </a:prstGeom>
          <a:noFill/>
        </p:spPr>
      </p:pic>
    </p:spTree>
    <p:extLst>
      <p:ext uri="{BB962C8B-B14F-4D97-AF65-F5344CB8AC3E}">
        <p14:creationId xmlns:p14="http://schemas.microsoft.com/office/powerpoint/2010/main" val="980812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937265" y="708661"/>
            <a:ext cx="30230760" cy="2545469"/>
          </a:xfrm>
        </p:spPr>
        <p:txBody>
          <a:bodyPr>
            <a:normAutofit/>
          </a:bodyPr>
          <a:lstStyle/>
          <a:p>
            <a:r>
              <a:rPr lang="en-US" sz="4800" dirty="0">
                <a:latin typeface="Times New Roman" panose="02020603050405020304" pitchFamily="18" charset="0"/>
                <a:cs typeface="Times New Roman" panose="02020603050405020304" pitchFamily="18" charset="0"/>
              </a:rPr>
              <a:t> Operators and Assignments</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Logical Operators</a:t>
            </a:r>
            <a:endParaRPr lang="en-US" sz="8000" dirty="0">
              <a:latin typeface="Times New Roman" panose="02020603050405020304" pitchFamily="18" charset="0"/>
              <a:cs typeface="Times New Roman" panose="02020603050405020304" pitchFamily="18" charset="0"/>
            </a:endParaRPr>
          </a:p>
        </p:txBody>
      </p:sp>
      <p:pic>
        <p:nvPicPr>
          <p:cNvPr id="4" name="Picture 4"/>
          <p:cNvPicPr>
            <a:picLocks noChangeAspect="1" noChangeArrowheads="1"/>
          </p:cNvPicPr>
          <p:nvPr/>
        </p:nvPicPr>
        <p:blipFill>
          <a:blip r:embed="rId3" cstate="print"/>
          <a:srcRect/>
          <a:stretch>
            <a:fillRect/>
          </a:stretch>
        </p:blipFill>
        <p:spPr bwMode="auto">
          <a:xfrm>
            <a:off x="4160520" y="6332220"/>
            <a:ext cx="21401216" cy="7086599"/>
          </a:xfrm>
          <a:prstGeom prst="rect">
            <a:avLst/>
          </a:prstGeom>
          <a:noFill/>
        </p:spPr>
      </p:pic>
    </p:spTree>
    <p:extLst>
      <p:ext uri="{BB962C8B-B14F-4D97-AF65-F5344CB8AC3E}">
        <p14:creationId xmlns:p14="http://schemas.microsoft.com/office/powerpoint/2010/main" val="936279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822965" y="845821"/>
            <a:ext cx="30230760" cy="2545469"/>
          </a:xfrm>
        </p:spPr>
        <p:txBody>
          <a:bodyPr/>
          <a:lstStyle/>
          <a:p>
            <a:r>
              <a:rPr lang="en-US" sz="4800" dirty="0">
                <a:latin typeface="Times New Roman" panose="02020603050405020304" pitchFamily="18" charset="0"/>
                <a:cs typeface="Times New Roman" panose="02020603050405020304" pitchFamily="18" charset="0"/>
              </a:rPr>
              <a:t>Variables and Literals</a:t>
            </a:r>
            <a:br>
              <a:rPr lang="en-US" sz="48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Variables</a:t>
            </a:r>
            <a:endParaRPr lang="en-US" sz="80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p:txBody>
          <a:bodyPr/>
          <a:lstStyle/>
          <a:p>
            <a:r>
              <a:rPr lang="en-US" sz="5400" dirty="0">
                <a:solidFill>
                  <a:schemeClr val="tx1"/>
                </a:solidFill>
                <a:latin typeface="Times New Roman" panose="02020603050405020304" pitchFamily="18" charset="0"/>
                <a:cs typeface="Times New Roman" panose="02020603050405020304" pitchFamily="18" charset="0"/>
              </a:rPr>
              <a:t>Variables are data placeholders. </a:t>
            </a:r>
          </a:p>
          <a:p>
            <a:r>
              <a:rPr lang="en-US" sz="5400" dirty="0">
                <a:solidFill>
                  <a:schemeClr val="tx1"/>
                </a:solidFill>
                <a:latin typeface="Times New Roman" panose="02020603050405020304" pitchFamily="18" charset="0"/>
                <a:cs typeface="Times New Roman" panose="02020603050405020304" pitchFamily="18" charset="0"/>
              </a:rPr>
              <a:t>Java is a strongly typed language, therefore every variable must have a declared type. </a:t>
            </a:r>
          </a:p>
          <a:p>
            <a:r>
              <a:rPr lang="en-US" sz="5400" dirty="0">
                <a:solidFill>
                  <a:schemeClr val="tx1"/>
                </a:solidFill>
                <a:latin typeface="Times New Roman" panose="02020603050405020304" pitchFamily="18" charset="0"/>
                <a:cs typeface="Times New Roman" panose="02020603050405020304" pitchFamily="18" charset="0"/>
              </a:rPr>
              <a:t>The variables can be of two types:</a:t>
            </a:r>
          </a:p>
          <a:p>
            <a:pPr lvl="1"/>
            <a:r>
              <a:rPr lang="en-US" sz="4800" dirty="0">
                <a:solidFill>
                  <a:schemeClr val="tx1"/>
                </a:solidFill>
                <a:latin typeface="Times New Roman" panose="02020603050405020304" pitchFamily="18" charset="0"/>
                <a:cs typeface="Times New Roman" panose="02020603050405020304" pitchFamily="18" charset="0"/>
              </a:rPr>
              <a:t>reference types: A variable of reference type provides a reference to an object.</a:t>
            </a:r>
          </a:p>
          <a:p>
            <a:pPr lvl="1"/>
            <a:r>
              <a:rPr lang="en-US" sz="4800" dirty="0">
                <a:solidFill>
                  <a:schemeClr val="tx1"/>
                </a:solidFill>
                <a:latin typeface="Times New Roman" panose="02020603050405020304" pitchFamily="18" charset="0"/>
                <a:cs typeface="Times New Roman" panose="02020603050405020304" pitchFamily="18" charset="0"/>
              </a:rPr>
              <a:t>primitive types: A variable of primitive type holds a primitive.</a:t>
            </a:r>
          </a:p>
          <a:p>
            <a:r>
              <a:rPr lang="en-US" sz="5400" dirty="0">
                <a:solidFill>
                  <a:schemeClr val="tx1"/>
                </a:solidFill>
                <a:latin typeface="Times New Roman" panose="02020603050405020304" pitchFamily="18" charset="0"/>
                <a:cs typeface="Times New Roman" panose="02020603050405020304" pitchFamily="18" charset="0"/>
              </a:rPr>
              <a:t>In addition to the data type, a Java variable also has a name or an identifier. </a:t>
            </a:r>
          </a:p>
        </p:txBody>
      </p:sp>
      <p:sp>
        <p:nvSpPr>
          <p:cNvPr id="4" name="TextBox 3"/>
          <p:cNvSpPr txBox="1"/>
          <p:nvPr/>
        </p:nvSpPr>
        <p:spPr>
          <a:xfrm>
            <a:off x="1936111" y="10469722"/>
            <a:ext cx="10930236" cy="769441"/>
          </a:xfrm>
          <a:prstGeom prst="rect">
            <a:avLst/>
          </a:prstGeom>
          <a:noFill/>
        </p:spPr>
        <p:txBody>
          <a:bodyPr wrap="square" rtlCol="0">
            <a:spAutoFit/>
          </a:bodyPr>
          <a:lstStyle/>
          <a:p>
            <a:r>
              <a:rPr lang="en-US" sz="4400" dirty="0">
                <a:latin typeface="Times New Roman" panose="02020603050405020304" pitchFamily="18" charset="0"/>
                <a:cs typeface="Times New Roman" panose="02020603050405020304" pitchFamily="18" charset="0"/>
              </a:rPr>
              <a:t>Primitive Variable</a:t>
            </a:r>
          </a:p>
        </p:txBody>
      </p:sp>
      <p:sp>
        <p:nvSpPr>
          <p:cNvPr id="5" name="TextBox 4"/>
          <p:cNvSpPr txBox="1"/>
          <p:nvPr/>
        </p:nvSpPr>
        <p:spPr>
          <a:xfrm>
            <a:off x="1776091" y="11694362"/>
            <a:ext cx="11411137" cy="769441"/>
          </a:xfrm>
          <a:prstGeom prst="rect">
            <a:avLst/>
          </a:prstGeom>
          <a:noFill/>
        </p:spPr>
        <p:txBody>
          <a:bodyPr wrap="square" rtlCol="0">
            <a:spAutoFit/>
          </a:bodyPr>
          <a:lstStyle/>
          <a:p>
            <a:r>
              <a:rPr lang="en-US" sz="4400" dirty="0">
                <a:latin typeface="Times New Roman" panose="02020603050405020304" pitchFamily="18" charset="0"/>
                <a:cs typeface="Times New Roman" panose="02020603050405020304" pitchFamily="18" charset="0"/>
              </a:rPr>
              <a:t>Reference Variable</a:t>
            </a:r>
          </a:p>
        </p:txBody>
      </p:sp>
      <p:sp>
        <p:nvSpPr>
          <p:cNvPr id="8" name="TextBox 7"/>
          <p:cNvSpPr txBox="1"/>
          <p:nvPr/>
        </p:nvSpPr>
        <p:spPr>
          <a:xfrm>
            <a:off x="1958971" y="13079003"/>
            <a:ext cx="11411137" cy="769441"/>
          </a:xfrm>
          <a:prstGeom prst="rect">
            <a:avLst/>
          </a:prstGeom>
          <a:noFill/>
        </p:spPr>
        <p:txBody>
          <a:bodyPr wrap="square" rtlCol="0">
            <a:spAutoFit/>
          </a:bodyPr>
          <a:lstStyle/>
          <a:p>
            <a:r>
              <a:rPr lang="en-US" sz="4400" dirty="0">
                <a:latin typeface="Times New Roman" panose="02020603050405020304" pitchFamily="18" charset="0"/>
                <a:cs typeface="Times New Roman" panose="02020603050405020304" pitchFamily="18" charset="0"/>
              </a:rPr>
              <a:t>Reference Variable</a:t>
            </a:r>
          </a:p>
        </p:txBody>
      </p:sp>
      <p:grpSp>
        <p:nvGrpSpPr>
          <p:cNvPr id="9" name="Group 8"/>
          <p:cNvGrpSpPr/>
          <p:nvPr/>
        </p:nvGrpSpPr>
        <p:grpSpPr>
          <a:xfrm>
            <a:off x="8618220" y="9753721"/>
            <a:ext cx="14561820" cy="6838243"/>
            <a:chOff x="2605102" y="3693877"/>
            <a:chExt cx="4927808" cy="2543631"/>
          </a:xfrm>
        </p:grpSpPr>
        <p:sp>
          <p:nvSpPr>
            <p:cNvPr id="10" name="Rectangle 9"/>
            <p:cNvSpPr/>
            <p:nvPr/>
          </p:nvSpPr>
          <p:spPr>
            <a:xfrm>
              <a:off x="2757715" y="4063994"/>
              <a:ext cx="1161142" cy="4934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4400" dirty="0">
                  <a:latin typeface="Times New Roman" panose="02020603050405020304" pitchFamily="18" charset="0"/>
                  <a:cs typeface="Times New Roman" panose="02020603050405020304" pitchFamily="18" charset="0"/>
                </a:rPr>
                <a:t>value</a:t>
              </a:r>
              <a:endParaRPr lang="en-US" sz="1600" dirty="0">
                <a:latin typeface="Times New Roman" panose="02020603050405020304" pitchFamily="18" charset="0"/>
                <a:cs typeface="Times New Roman" panose="02020603050405020304" pitchFamily="18" charset="0"/>
              </a:endParaRPr>
            </a:p>
          </p:txBody>
        </p:sp>
        <p:sp>
          <p:nvSpPr>
            <p:cNvPr id="11" name="Rectangle 10"/>
            <p:cNvSpPr/>
            <p:nvPr/>
          </p:nvSpPr>
          <p:spPr>
            <a:xfrm>
              <a:off x="2605102" y="4753422"/>
              <a:ext cx="1313755" cy="4934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4000" dirty="0">
                  <a:latin typeface="Times New Roman" panose="02020603050405020304" pitchFamily="18" charset="0"/>
                  <a:cs typeface="Times New Roman" panose="02020603050405020304" pitchFamily="18" charset="0"/>
                </a:rPr>
                <a:t>reference</a:t>
              </a:r>
            </a:p>
          </p:txBody>
        </p:sp>
        <p:sp>
          <p:nvSpPr>
            <p:cNvPr id="12" name="Rectangle 11"/>
            <p:cNvSpPr/>
            <p:nvPr/>
          </p:nvSpPr>
          <p:spPr>
            <a:xfrm>
              <a:off x="2757715" y="5450108"/>
              <a:ext cx="1161142" cy="4934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4800" dirty="0">
                  <a:latin typeface="Times New Roman" panose="02020603050405020304" pitchFamily="18" charset="0"/>
                  <a:cs typeface="Times New Roman" panose="02020603050405020304" pitchFamily="18" charset="0"/>
                </a:rPr>
                <a:t>null</a:t>
              </a:r>
            </a:p>
          </p:txBody>
        </p:sp>
        <p:sp>
          <p:nvSpPr>
            <p:cNvPr id="13" name="Rectangle 12"/>
            <p:cNvSpPr/>
            <p:nvPr/>
          </p:nvSpPr>
          <p:spPr>
            <a:xfrm>
              <a:off x="5704109" y="3693877"/>
              <a:ext cx="1828801" cy="2249716"/>
            </a:xfrm>
            <a:prstGeom prst="rect">
              <a:avLst/>
            </a:prstGeom>
            <a:ln>
              <a:solidFill>
                <a:schemeClr val="tx1"/>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a:p>
              <a:pPr algn="ctr"/>
              <a:endParaRPr lang="en-US" sz="1600" dirty="0">
                <a:latin typeface="Times New Roman" panose="02020603050405020304" pitchFamily="18" charset="0"/>
                <a:cs typeface="Times New Roman" panose="02020603050405020304" pitchFamily="18" charset="0"/>
              </a:endParaRPr>
            </a:p>
            <a:p>
              <a:pPr algn="ctr"/>
              <a:endParaRPr lang="en-US" sz="1600" dirty="0">
                <a:latin typeface="Times New Roman" panose="02020603050405020304" pitchFamily="18" charset="0"/>
                <a:cs typeface="Times New Roman" panose="02020603050405020304" pitchFamily="18" charset="0"/>
              </a:endParaRPr>
            </a:p>
            <a:p>
              <a:pPr algn="ctr"/>
              <a:endParaRPr lang="en-US" sz="1600" dirty="0">
                <a:latin typeface="Times New Roman" panose="02020603050405020304" pitchFamily="18" charset="0"/>
                <a:cs typeface="Times New Roman" panose="02020603050405020304" pitchFamily="18" charset="0"/>
              </a:endParaRPr>
            </a:p>
            <a:p>
              <a:pPr algn="ctr"/>
              <a:endParaRPr lang="en-US" sz="1600" dirty="0">
                <a:latin typeface="Times New Roman" panose="02020603050405020304" pitchFamily="18" charset="0"/>
                <a:cs typeface="Times New Roman" panose="02020603050405020304" pitchFamily="18" charset="0"/>
              </a:endParaRPr>
            </a:p>
            <a:p>
              <a:pPr algn="ctr"/>
              <a:endParaRPr lang="en-US"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Instance</a:t>
              </a:r>
            </a:p>
          </p:txBody>
        </p:sp>
        <p:sp>
          <p:nvSpPr>
            <p:cNvPr id="14" name="Rectangle 13"/>
            <p:cNvSpPr/>
            <p:nvPr/>
          </p:nvSpPr>
          <p:spPr>
            <a:xfrm>
              <a:off x="6037938" y="3940620"/>
              <a:ext cx="1161142" cy="4934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15" name="Rectangle 14"/>
            <p:cNvSpPr/>
            <p:nvPr/>
          </p:nvSpPr>
          <p:spPr>
            <a:xfrm>
              <a:off x="6037938" y="4405074"/>
              <a:ext cx="1161142" cy="4934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16" name="Rectangle 15"/>
            <p:cNvSpPr/>
            <p:nvPr/>
          </p:nvSpPr>
          <p:spPr>
            <a:xfrm>
              <a:off x="6037938" y="4898559"/>
              <a:ext cx="1161142" cy="4934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cxnSp>
          <p:nvCxnSpPr>
            <p:cNvPr id="17" name="Straight Arrow Connector 16"/>
            <p:cNvCxnSpPr>
              <a:stCxn id="11" idx="3"/>
            </p:cNvCxnSpPr>
            <p:nvPr/>
          </p:nvCxnSpPr>
          <p:spPr>
            <a:xfrm flipV="1">
              <a:off x="3918857" y="4506677"/>
              <a:ext cx="2133597" cy="4934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Straight Arrow Connector 17"/>
            <p:cNvCxnSpPr/>
            <p:nvPr/>
          </p:nvCxnSpPr>
          <p:spPr>
            <a:xfrm>
              <a:off x="3918857" y="5696850"/>
              <a:ext cx="1190172" cy="35560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9" name="&quot;No&quot; Symbol 18"/>
            <p:cNvSpPr/>
            <p:nvPr/>
          </p:nvSpPr>
          <p:spPr>
            <a:xfrm>
              <a:off x="5116286" y="5910936"/>
              <a:ext cx="333829" cy="326572"/>
            </a:xfrm>
            <a:prstGeom prst="noSmoking">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600">
                <a:solidFill>
                  <a:schemeClr val="tx1"/>
                </a:solidFill>
                <a:latin typeface="Times New Roman" panose="02020603050405020304" pitchFamily="18" charset="0"/>
                <a:cs typeface="Times New Roman" panose="02020603050405020304" pitchFamily="18" charset="0"/>
              </a:endParaRPr>
            </a:p>
          </p:txBody>
        </p:sp>
      </p:grpSp>
      <p:sp>
        <p:nvSpPr>
          <p:cNvPr id="20" name="TextBox 19"/>
          <p:cNvSpPr txBox="1"/>
          <p:nvPr/>
        </p:nvSpPr>
        <p:spPr>
          <a:xfrm>
            <a:off x="18647428" y="9038618"/>
            <a:ext cx="3294492"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Heap</a:t>
            </a:r>
          </a:p>
        </p:txBody>
      </p:sp>
      <p:sp>
        <p:nvSpPr>
          <p:cNvPr id="21" name="TextBox 20"/>
          <p:cNvSpPr txBox="1"/>
          <p:nvPr/>
        </p:nvSpPr>
        <p:spPr>
          <a:xfrm>
            <a:off x="9561320" y="9456542"/>
            <a:ext cx="3461204"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Stack</a:t>
            </a:r>
          </a:p>
        </p:txBody>
      </p:sp>
    </p:spTree>
    <p:extLst>
      <p:ext uri="{BB962C8B-B14F-4D97-AF65-F5344CB8AC3E}">
        <p14:creationId xmlns:p14="http://schemas.microsoft.com/office/powerpoint/2010/main" val="980812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937265" y="777241"/>
            <a:ext cx="28140655" cy="2880359"/>
          </a:xfrm>
        </p:spPr>
        <p:txBody>
          <a:bodyPr>
            <a:normAutofit/>
          </a:bodyPr>
          <a:lstStyle/>
          <a:p>
            <a:r>
              <a:rPr lang="en-US" sz="4800" dirty="0">
                <a:latin typeface="Times New Roman" panose="02020603050405020304" pitchFamily="18" charset="0"/>
                <a:cs typeface="Times New Roman" panose="02020603050405020304" pitchFamily="18" charset="0"/>
              </a:rPr>
              <a:t>Variables and Literals</a:t>
            </a:r>
            <a:br>
              <a:rPr lang="en-US" sz="8800"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Types of Variables</a:t>
            </a:r>
            <a:endParaRPr lang="en-US" sz="72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1924177" y="4574016"/>
            <a:ext cx="27221975" cy="13347176"/>
          </a:xfrm>
        </p:spPr>
        <p:txBody>
          <a:bodyPr/>
          <a:lstStyle/>
          <a:p>
            <a:r>
              <a:rPr lang="en-US" sz="6600" dirty="0">
                <a:solidFill>
                  <a:schemeClr val="tx1"/>
                </a:solidFill>
                <a:latin typeface="Times New Roman" panose="02020603050405020304" pitchFamily="18" charset="0"/>
                <a:cs typeface="Times New Roman" panose="02020603050405020304" pitchFamily="18" charset="0"/>
              </a:rPr>
              <a:t>Variable is basic storage in a Java program</a:t>
            </a:r>
          </a:p>
          <a:p>
            <a:r>
              <a:rPr lang="en-US" sz="6600" dirty="0">
                <a:solidFill>
                  <a:schemeClr val="tx1"/>
                </a:solidFill>
                <a:latin typeface="Times New Roman" panose="02020603050405020304" pitchFamily="18" charset="0"/>
                <a:cs typeface="Times New Roman" panose="02020603050405020304" pitchFamily="18" charset="0"/>
              </a:rPr>
              <a:t>Three types of variables:</a:t>
            </a:r>
          </a:p>
          <a:p>
            <a:pPr lvl="1"/>
            <a:r>
              <a:rPr lang="en-US" sz="6000" dirty="0">
                <a:solidFill>
                  <a:schemeClr val="tx1"/>
                </a:solidFill>
                <a:latin typeface="Times New Roman" panose="02020603050405020304" pitchFamily="18" charset="0"/>
                <a:cs typeface="Times New Roman" panose="02020603050405020304" pitchFamily="18" charset="0"/>
              </a:rPr>
              <a:t>Instance variables</a:t>
            </a:r>
          </a:p>
          <a:p>
            <a:pPr lvl="2"/>
            <a:r>
              <a:rPr lang="en-US" sz="5400" dirty="0">
                <a:solidFill>
                  <a:schemeClr val="tx1"/>
                </a:solidFill>
                <a:latin typeface="Times New Roman" panose="02020603050405020304" pitchFamily="18" charset="0"/>
                <a:cs typeface="Times New Roman" panose="02020603050405020304" pitchFamily="18" charset="0"/>
              </a:rPr>
              <a:t>Instantiated for every object of the class</a:t>
            </a:r>
          </a:p>
          <a:p>
            <a:pPr lvl="1"/>
            <a:r>
              <a:rPr lang="en-US" sz="6000" dirty="0">
                <a:solidFill>
                  <a:schemeClr val="tx1"/>
                </a:solidFill>
                <a:latin typeface="Times New Roman" panose="02020603050405020304" pitchFamily="18" charset="0"/>
                <a:cs typeface="Times New Roman" panose="02020603050405020304" pitchFamily="18" charset="0"/>
              </a:rPr>
              <a:t>Static variables</a:t>
            </a:r>
          </a:p>
          <a:p>
            <a:pPr lvl="2"/>
            <a:r>
              <a:rPr lang="en-US" sz="5400" dirty="0">
                <a:solidFill>
                  <a:schemeClr val="tx1"/>
                </a:solidFill>
                <a:latin typeface="Times New Roman" panose="02020603050405020304" pitchFamily="18" charset="0"/>
                <a:cs typeface="Times New Roman" panose="02020603050405020304" pitchFamily="18" charset="0"/>
              </a:rPr>
              <a:t>Class Variables</a:t>
            </a:r>
          </a:p>
          <a:p>
            <a:pPr lvl="2"/>
            <a:r>
              <a:rPr lang="en-US" sz="5400" dirty="0">
                <a:solidFill>
                  <a:schemeClr val="tx1"/>
                </a:solidFill>
                <a:latin typeface="Times New Roman" panose="02020603050405020304" pitchFamily="18" charset="0"/>
                <a:cs typeface="Times New Roman" panose="02020603050405020304" pitchFamily="18" charset="0"/>
              </a:rPr>
              <a:t>Not instantiated for every object of the class</a:t>
            </a:r>
          </a:p>
          <a:p>
            <a:pPr lvl="1"/>
            <a:r>
              <a:rPr lang="en-US" sz="6000" dirty="0">
                <a:solidFill>
                  <a:schemeClr val="tx1"/>
                </a:solidFill>
                <a:latin typeface="Times New Roman" panose="02020603050405020304" pitchFamily="18" charset="0"/>
                <a:cs typeface="Times New Roman" panose="02020603050405020304" pitchFamily="18" charset="0"/>
              </a:rPr>
              <a:t>Local variables</a:t>
            </a:r>
          </a:p>
          <a:p>
            <a:pPr lvl="2"/>
            <a:r>
              <a:rPr lang="en-US" sz="5400" dirty="0">
                <a:solidFill>
                  <a:schemeClr val="tx1"/>
                </a:solidFill>
                <a:latin typeface="Times New Roman" panose="02020603050405020304" pitchFamily="18" charset="0"/>
                <a:cs typeface="Times New Roman" panose="02020603050405020304" pitchFamily="18" charset="0"/>
              </a:rPr>
              <a:t>Declared in methods and blocks</a:t>
            </a:r>
          </a:p>
        </p:txBody>
      </p:sp>
    </p:spTree>
    <p:extLst>
      <p:ext uri="{BB962C8B-B14F-4D97-AF65-F5344CB8AC3E}">
        <p14:creationId xmlns:p14="http://schemas.microsoft.com/office/powerpoint/2010/main" val="936279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685805" y="960121"/>
            <a:ext cx="30230760" cy="2545469"/>
          </a:xfrm>
        </p:spPr>
        <p:txBody>
          <a:bodyPr>
            <a:normAutofit/>
          </a:bodyPr>
          <a:lstStyle/>
          <a:p>
            <a:r>
              <a:rPr lang="en-US" sz="4800" dirty="0">
                <a:latin typeface="Times New Roman" panose="02020603050405020304" pitchFamily="18" charset="0"/>
                <a:cs typeface="Times New Roman" panose="02020603050405020304" pitchFamily="18" charset="0"/>
              </a:rPr>
              <a:t> Variables and Literals</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Types of Variables</a:t>
            </a:r>
            <a:endParaRPr lang="en-US" sz="8000" dirty="0">
              <a:latin typeface="Times New Roman" panose="02020603050405020304" pitchFamily="18" charset="0"/>
              <a:cs typeface="Times New Roman" panose="02020603050405020304" pitchFamily="18" charset="0"/>
            </a:endParaRPr>
          </a:p>
        </p:txBody>
      </p:sp>
      <p:sp>
        <p:nvSpPr>
          <p:cNvPr id="5" name="AutoShape 2"/>
          <p:cNvSpPr>
            <a:spLocks noChangeArrowheads="1"/>
          </p:cNvSpPr>
          <p:nvPr/>
        </p:nvSpPr>
        <p:spPr bwMode="auto">
          <a:xfrm>
            <a:off x="4869180" y="3909060"/>
            <a:ext cx="20002500" cy="12001499"/>
          </a:xfrm>
          <a:prstGeom prst="roundRect">
            <a:avLst>
              <a:gd name="adj" fmla="val 16667"/>
            </a:avLst>
          </a:prstGeom>
          <a:solidFill>
            <a:schemeClr val="bg1"/>
          </a:solidFill>
          <a:ln w="9525">
            <a:solidFill>
              <a:schemeClr val="tx1"/>
            </a:solidFill>
            <a:round/>
            <a:headEnd/>
            <a:tailEnd/>
          </a:ln>
          <a:effectLst/>
        </p:spPr>
        <p:txBody>
          <a:bodyPr wrap="none" anchor="ctr"/>
          <a:lstStyle/>
          <a:p>
            <a:pPr>
              <a:lnSpc>
                <a:spcPct val="120000"/>
              </a:lnSpc>
            </a:pPr>
            <a:r>
              <a:rPr lang="en-US" sz="1400" b="1" dirty="0">
                <a:latin typeface="+mj-lt"/>
                <a:cs typeface="Arial" pitchFamily="34" charset="0"/>
              </a:rPr>
              <a:t>    </a:t>
            </a:r>
            <a:r>
              <a:rPr lang="en-US" sz="5400" dirty="0">
                <a:latin typeface="+mj-lt"/>
                <a:cs typeface="Arial" pitchFamily="34" charset="0"/>
              </a:rPr>
              <a:t>public class Box {</a:t>
            </a:r>
          </a:p>
          <a:p>
            <a:pPr>
              <a:lnSpc>
                <a:spcPct val="120000"/>
              </a:lnSpc>
            </a:pPr>
            <a:r>
              <a:rPr lang="en-US" sz="5400" dirty="0">
                <a:latin typeface="+mj-lt"/>
                <a:cs typeface="Arial" pitchFamily="34" charset="0"/>
              </a:rPr>
              <a:t>    private double </a:t>
            </a:r>
            <a:r>
              <a:rPr lang="en-US" sz="5400" dirty="0" err="1">
                <a:latin typeface="+mj-lt"/>
                <a:cs typeface="Arial" pitchFamily="34" charset="0"/>
              </a:rPr>
              <a:t>dblWidth</a:t>
            </a:r>
            <a:r>
              <a:rPr lang="en-US" sz="5400" dirty="0">
                <a:latin typeface="+mj-lt"/>
                <a:cs typeface="Arial" pitchFamily="34" charset="0"/>
              </a:rPr>
              <a:t>;</a:t>
            </a:r>
          </a:p>
          <a:p>
            <a:pPr>
              <a:lnSpc>
                <a:spcPct val="120000"/>
              </a:lnSpc>
            </a:pPr>
            <a:r>
              <a:rPr lang="en-US" sz="5400" dirty="0">
                <a:latin typeface="+mj-lt"/>
                <a:cs typeface="Arial" pitchFamily="34" charset="0"/>
              </a:rPr>
              <a:t>    private double </a:t>
            </a:r>
            <a:r>
              <a:rPr lang="en-US" sz="5400" dirty="0" err="1">
                <a:latin typeface="+mj-lt"/>
                <a:cs typeface="Arial" pitchFamily="34" charset="0"/>
              </a:rPr>
              <a:t>dblHeight</a:t>
            </a:r>
            <a:r>
              <a:rPr lang="en-US" sz="5400" dirty="0">
                <a:latin typeface="+mj-lt"/>
                <a:cs typeface="Arial" pitchFamily="34" charset="0"/>
              </a:rPr>
              <a:t>;</a:t>
            </a:r>
          </a:p>
          <a:p>
            <a:pPr>
              <a:lnSpc>
                <a:spcPct val="120000"/>
              </a:lnSpc>
            </a:pPr>
            <a:r>
              <a:rPr lang="en-US" sz="5400" dirty="0">
                <a:latin typeface="+mj-lt"/>
                <a:cs typeface="Arial" pitchFamily="34" charset="0"/>
              </a:rPr>
              <a:t>    private double </a:t>
            </a:r>
            <a:r>
              <a:rPr lang="en-US" sz="5400" dirty="0" err="1">
                <a:latin typeface="+mj-lt"/>
                <a:cs typeface="Arial" pitchFamily="34" charset="0"/>
              </a:rPr>
              <a:t>dblDepth</a:t>
            </a:r>
            <a:r>
              <a:rPr lang="en-US" sz="5400" dirty="0">
                <a:latin typeface="+mj-lt"/>
                <a:cs typeface="Arial" pitchFamily="34" charset="0"/>
              </a:rPr>
              <a:t>;</a:t>
            </a:r>
          </a:p>
          <a:p>
            <a:pPr>
              <a:lnSpc>
                <a:spcPct val="120000"/>
              </a:lnSpc>
            </a:pPr>
            <a:r>
              <a:rPr lang="en-US" sz="5400" dirty="0">
                <a:latin typeface="+mj-lt"/>
                <a:cs typeface="Arial" pitchFamily="34" charset="0"/>
              </a:rPr>
              <a:t>    private static </a:t>
            </a:r>
            <a:r>
              <a:rPr lang="en-US" sz="5400" dirty="0" err="1">
                <a:latin typeface="+mj-lt"/>
                <a:cs typeface="Arial" pitchFamily="34" charset="0"/>
              </a:rPr>
              <a:t>int</a:t>
            </a:r>
            <a:r>
              <a:rPr lang="en-US" sz="5400" dirty="0">
                <a:latin typeface="+mj-lt"/>
                <a:cs typeface="Arial" pitchFamily="34" charset="0"/>
              </a:rPr>
              <a:t> </a:t>
            </a:r>
            <a:r>
              <a:rPr lang="en-US" sz="5400" dirty="0" err="1">
                <a:latin typeface="+mj-lt"/>
                <a:cs typeface="Arial" pitchFamily="34" charset="0"/>
              </a:rPr>
              <a:t>boxid</a:t>
            </a:r>
            <a:r>
              <a:rPr lang="en-US" sz="5400" dirty="0">
                <a:latin typeface="+mj-lt"/>
                <a:cs typeface="Arial" pitchFamily="34" charset="0"/>
              </a:rPr>
              <a:t>;</a:t>
            </a:r>
          </a:p>
          <a:p>
            <a:pPr>
              <a:lnSpc>
                <a:spcPct val="120000"/>
              </a:lnSpc>
            </a:pPr>
            <a:r>
              <a:rPr lang="en-US" sz="5400" dirty="0">
                <a:latin typeface="+mj-lt"/>
                <a:cs typeface="Arial" pitchFamily="34" charset="0"/>
              </a:rPr>
              <a:t>    public double </a:t>
            </a:r>
            <a:r>
              <a:rPr lang="en-US" sz="5400" dirty="0" err="1">
                <a:latin typeface="+mj-lt"/>
                <a:cs typeface="Arial" pitchFamily="34" charset="0"/>
              </a:rPr>
              <a:t>calcVolume</a:t>
            </a:r>
            <a:r>
              <a:rPr lang="en-US" sz="5400" dirty="0">
                <a:latin typeface="+mj-lt"/>
                <a:cs typeface="Arial" pitchFamily="34" charset="0"/>
              </a:rPr>
              <a:t>() {</a:t>
            </a:r>
          </a:p>
          <a:p>
            <a:pPr>
              <a:lnSpc>
                <a:spcPct val="120000"/>
              </a:lnSpc>
            </a:pPr>
            <a:r>
              <a:rPr lang="en-US" sz="5400" dirty="0">
                <a:latin typeface="+mj-lt"/>
                <a:cs typeface="Arial" pitchFamily="34" charset="0"/>
              </a:rPr>
              <a:t>       double </a:t>
            </a:r>
            <a:r>
              <a:rPr lang="en-US" sz="5400" dirty="0" err="1">
                <a:latin typeface="+mj-lt"/>
                <a:cs typeface="Arial" pitchFamily="34" charset="0"/>
              </a:rPr>
              <a:t>dblTemp</a:t>
            </a:r>
            <a:r>
              <a:rPr lang="en-US" sz="5400" dirty="0">
                <a:latin typeface="+mj-lt"/>
                <a:cs typeface="Arial" pitchFamily="34" charset="0"/>
              </a:rPr>
              <a:t>;</a:t>
            </a:r>
          </a:p>
          <a:p>
            <a:pPr>
              <a:lnSpc>
                <a:spcPct val="120000"/>
              </a:lnSpc>
            </a:pPr>
            <a:r>
              <a:rPr lang="en-US" sz="5400" dirty="0">
                <a:latin typeface="+mj-lt"/>
                <a:cs typeface="Arial" pitchFamily="34" charset="0"/>
              </a:rPr>
              <a:t>       </a:t>
            </a:r>
            <a:r>
              <a:rPr lang="en-US" sz="5400" dirty="0" err="1">
                <a:latin typeface="+mj-lt"/>
                <a:cs typeface="Arial" pitchFamily="34" charset="0"/>
              </a:rPr>
              <a:t>dblTemp</a:t>
            </a:r>
            <a:r>
              <a:rPr lang="en-US" sz="5400" dirty="0">
                <a:latin typeface="+mj-lt"/>
                <a:cs typeface="Arial" pitchFamily="34" charset="0"/>
              </a:rPr>
              <a:t> = </a:t>
            </a:r>
            <a:r>
              <a:rPr lang="en-US" sz="5400" dirty="0" err="1">
                <a:latin typeface="+mj-lt"/>
                <a:cs typeface="Arial" pitchFamily="34" charset="0"/>
              </a:rPr>
              <a:t>dblWidth</a:t>
            </a:r>
            <a:r>
              <a:rPr lang="en-US" sz="5400" dirty="0">
                <a:latin typeface="+mj-lt"/>
                <a:cs typeface="Arial" pitchFamily="34" charset="0"/>
              </a:rPr>
              <a:t> * </a:t>
            </a:r>
            <a:r>
              <a:rPr lang="en-US" sz="5400" dirty="0" err="1">
                <a:latin typeface="+mj-lt"/>
                <a:cs typeface="Arial" pitchFamily="34" charset="0"/>
              </a:rPr>
              <a:t>dblHeight</a:t>
            </a:r>
            <a:r>
              <a:rPr lang="en-US" sz="5400" dirty="0">
                <a:latin typeface="+mj-lt"/>
                <a:cs typeface="Arial" pitchFamily="34" charset="0"/>
              </a:rPr>
              <a:t> * </a:t>
            </a:r>
            <a:r>
              <a:rPr lang="en-US" sz="5400" dirty="0" err="1">
                <a:latin typeface="+mj-lt"/>
                <a:cs typeface="Arial" pitchFamily="34" charset="0"/>
              </a:rPr>
              <a:t>dblDepth</a:t>
            </a:r>
            <a:r>
              <a:rPr lang="en-US" sz="5400" dirty="0">
                <a:latin typeface="+mj-lt"/>
                <a:cs typeface="Arial" pitchFamily="34" charset="0"/>
              </a:rPr>
              <a:t>;</a:t>
            </a:r>
          </a:p>
          <a:p>
            <a:pPr>
              <a:lnSpc>
                <a:spcPct val="120000"/>
              </a:lnSpc>
            </a:pPr>
            <a:r>
              <a:rPr lang="en-US" sz="5400" dirty="0">
                <a:latin typeface="+mj-lt"/>
                <a:cs typeface="Arial" pitchFamily="34" charset="0"/>
              </a:rPr>
              <a:t>       return </a:t>
            </a:r>
            <a:r>
              <a:rPr lang="en-US" sz="5400" dirty="0" err="1">
                <a:latin typeface="+mj-lt"/>
                <a:cs typeface="Arial" pitchFamily="34" charset="0"/>
              </a:rPr>
              <a:t>dblTemp</a:t>
            </a:r>
            <a:r>
              <a:rPr lang="en-US" sz="5400" dirty="0">
                <a:latin typeface="+mj-lt"/>
                <a:cs typeface="Arial" pitchFamily="34" charset="0"/>
              </a:rPr>
              <a:t>;</a:t>
            </a:r>
          </a:p>
          <a:p>
            <a:pPr>
              <a:lnSpc>
                <a:spcPct val="120000"/>
              </a:lnSpc>
            </a:pPr>
            <a:r>
              <a:rPr lang="en-US" sz="5400" dirty="0">
                <a:latin typeface="+mj-lt"/>
                <a:cs typeface="Arial" pitchFamily="34" charset="0"/>
              </a:rPr>
              <a:t>      }</a:t>
            </a:r>
          </a:p>
          <a:p>
            <a:pPr>
              <a:lnSpc>
                <a:spcPct val="120000"/>
              </a:lnSpc>
            </a:pPr>
            <a:r>
              <a:rPr lang="en-US" sz="5400" dirty="0">
                <a:latin typeface="+mj-lt"/>
                <a:cs typeface="Arial" pitchFamily="34" charset="0"/>
              </a:rPr>
              <a:t>    }</a:t>
            </a:r>
            <a:endParaRPr lang="en-US" sz="1400" dirty="0">
              <a:latin typeface="+mj-lt"/>
              <a:cs typeface="Arial" pitchFamily="34" charset="0"/>
            </a:endParaRPr>
          </a:p>
        </p:txBody>
      </p:sp>
      <p:sp>
        <p:nvSpPr>
          <p:cNvPr id="8" name="AutoShape 4"/>
          <p:cNvSpPr>
            <a:spLocks noChangeArrowheads="1"/>
          </p:cNvSpPr>
          <p:nvPr/>
        </p:nvSpPr>
        <p:spPr bwMode="auto">
          <a:xfrm>
            <a:off x="14621894" y="4823460"/>
            <a:ext cx="5974965" cy="1101209"/>
          </a:xfrm>
          <a:prstGeom prst="wedgeRectCallout">
            <a:avLst>
              <a:gd name="adj1" fmla="val -101804"/>
              <a:gd name="adj2" fmla="val 167143"/>
            </a:avLst>
          </a:prstGeom>
          <a:solidFill>
            <a:srgbClr val="E6E6E6"/>
          </a:solidFill>
          <a:ln w="19050" algn="ctr">
            <a:solidFill>
              <a:schemeClr val="tx1"/>
            </a:solidFill>
            <a:miter lim="800000"/>
            <a:headEnd/>
            <a:tailEnd/>
          </a:ln>
          <a:effectLst/>
        </p:spPr>
        <p:txBody>
          <a:bodyPr/>
          <a:lstStyle/>
          <a:p>
            <a:pPr algn="ctr"/>
            <a:r>
              <a:rPr lang="en-US" sz="5400" dirty="0">
                <a:latin typeface="+mj-lt"/>
                <a:cs typeface="Arial" pitchFamily="34" charset="0"/>
              </a:rPr>
              <a:t>Instance Variable</a:t>
            </a:r>
          </a:p>
        </p:txBody>
      </p:sp>
      <p:sp>
        <p:nvSpPr>
          <p:cNvPr id="9" name="AutoShape 5"/>
          <p:cNvSpPr>
            <a:spLocks noChangeArrowheads="1"/>
          </p:cNvSpPr>
          <p:nvPr/>
        </p:nvSpPr>
        <p:spPr bwMode="auto">
          <a:xfrm>
            <a:off x="14984410" y="7573019"/>
            <a:ext cx="6458269" cy="1101209"/>
          </a:xfrm>
          <a:prstGeom prst="wedgeRectCallout">
            <a:avLst>
              <a:gd name="adj1" fmla="val -134565"/>
              <a:gd name="adj2" fmla="val 66727"/>
            </a:avLst>
          </a:prstGeom>
          <a:solidFill>
            <a:srgbClr val="E6E6E6"/>
          </a:solidFill>
          <a:ln w="19050" algn="ctr">
            <a:solidFill>
              <a:schemeClr val="tx1"/>
            </a:solidFill>
            <a:miter lim="800000"/>
            <a:headEnd/>
            <a:tailEnd/>
          </a:ln>
          <a:effectLst/>
        </p:spPr>
        <p:txBody>
          <a:bodyPr/>
          <a:lstStyle/>
          <a:p>
            <a:pPr algn="ctr"/>
            <a:r>
              <a:rPr lang="en-US" sz="6000" dirty="0">
                <a:latin typeface="+mj-lt"/>
                <a:cs typeface="Arial" pitchFamily="34" charset="0"/>
              </a:rPr>
              <a:t>Static Variable</a:t>
            </a:r>
          </a:p>
        </p:txBody>
      </p:sp>
      <p:sp>
        <p:nvSpPr>
          <p:cNvPr id="10" name="AutoShape 6"/>
          <p:cNvSpPr>
            <a:spLocks noChangeArrowheads="1"/>
          </p:cNvSpPr>
          <p:nvPr/>
        </p:nvSpPr>
        <p:spPr bwMode="auto">
          <a:xfrm>
            <a:off x="15801185" y="9203059"/>
            <a:ext cx="7603966" cy="1413500"/>
          </a:xfrm>
          <a:prstGeom prst="wedgeRectCallout">
            <a:avLst>
              <a:gd name="adj1" fmla="val -112794"/>
              <a:gd name="adj2" fmla="val 74302"/>
            </a:avLst>
          </a:prstGeom>
          <a:solidFill>
            <a:srgbClr val="E6E6E6"/>
          </a:solidFill>
          <a:ln w="19050">
            <a:solidFill>
              <a:schemeClr val="tx1"/>
            </a:solidFill>
            <a:miter lim="800000"/>
            <a:headEnd/>
            <a:tailEnd/>
          </a:ln>
          <a:effectLst/>
        </p:spPr>
        <p:txBody>
          <a:bodyPr/>
          <a:lstStyle/>
          <a:p>
            <a:pPr algn="ctr"/>
            <a:r>
              <a:rPr lang="en-US" sz="6000" dirty="0">
                <a:latin typeface="+mj-lt"/>
                <a:cs typeface="Arial" pitchFamily="34" charset="0"/>
              </a:rPr>
              <a:t>Local Variable</a:t>
            </a:r>
          </a:p>
        </p:txBody>
      </p:sp>
      <p:sp>
        <p:nvSpPr>
          <p:cNvPr id="11" name="AutoShape 7"/>
          <p:cNvSpPr>
            <a:spLocks/>
          </p:cNvSpPr>
          <p:nvPr/>
        </p:nvSpPr>
        <p:spPr bwMode="auto">
          <a:xfrm>
            <a:off x="13381831" y="7940593"/>
            <a:ext cx="114300" cy="800100"/>
          </a:xfrm>
          <a:prstGeom prst="rightBrace">
            <a:avLst>
              <a:gd name="adj1" fmla="val 36111"/>
              <a:gd name="adj2" fmla="val 51338"/>
            </a:avLst>
          </a:prstGeom>
          <a:noFill/>
          <a:ln w="9525">
            <a:solidFill>
              <a:schemeClr val="tx1"/>
            </a:solidFill>
            <a:round/>
            <a:headEnd/>
            <a:tailEnd/>
          </a:ln>
          <a:effectLst/>
        </p:spPr>
        <p:txBody>
          <a:bodyPr wrap="none" anchor="ctr"/>
          <a:lstStyle/>
          <a:p>
            <a:endParaRPr lang="en-IN">
              <a:latin typeface="+mj-lt"/>
            </a:endParaRPr>
          </a:p>
        </p:txBody>
      </p:sp>
    </p:spTree>
    <p:extLst>
      <p:ext uri="{BB962C8B-B14F-4D97-AF65-F5344CB8AC3E}">
        <p14:creationId xmlns:p14="http://schemas.microsoft.com/office/powerpoint/2010/main" val="980812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961296" y="633045"/>
            <a:ext cx="30230760" cy="2545469"/>
          </a:xfrm>
        </p:spPr>
        <p:txBody>
          <a:bodyPr>
            <a:normAutofit/>
          </a:bodyPr>
          <a:lstStyle/>
          <a:p>
            <a:r>
              <a:rPr lang="en-US" sz="4400" dirty="0">
                <a:latin typeface="Times New Roman" panose="02020603050405020304" pitchFamily="18" charset="0"/>
                <a:cs typeface="Times New Roman" panose="02020603050405020304" pitchFamily="18" charset="0"/>
              </a:rPr>
              <a:t>Variables and Literals</a:t>
            </a:r>
            <a:br>
              <a:rPr lang="en-US" sz="8800" dirty="0">
                <a:latin typeface="Times New Roman" panose="02020603050405020304" pitchFamily="18" charset="0"/>
                <a:cs typeface="Times New Roman" panose="02020603050405020304" pitchFamily="18" charset="0"/>
              </a:rPr>
            </a:br>
            <a:r>
              <a:rPr lang="en-US" sz="8800" dirty="0" err="1">
                <a:latin typeface="Times New Roman" panose="02020603050405020304" pitchFamily="18" charset="0"/>
                <a:cs typeface="Times New Roman" panose="02020603050405020304" pitchFamily="18" charset="0"/>
              </a:rPr>
              <a:t>Literals</a:t>
            </a:r>
            <a:endParaRPr lang="en-US" sz="72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1948208" y="4429820"/>
            <a:ext cx="29243846" cy="11795343"/>
          </a:xfrm>
        </p:spPr>
        <p:txBody>
          <a:bodyPr>
            <a:normAutofit lnSpcReduction="10000"/>
          </a:bodyPr>
          <a:lstStyle/>
          <a:p>
            <a:r>
              <a:rPr lang="en-US" sz="6600" dirty="0">
                <a:solidFill>
                  <a:schemeClr val="tx1"/>
                </a:solidFill>
                <a:latin typeface="Times New Roman" panose="02020603050405020304" pitchFamily="18" charset="0"/>
                <a:cs typeface="Times New Roman" panose="02020603050405020304" pitchFamily="18" charset="0"/>
              </a:rPr>
              <a:t>Literals represents value to be assigned for variable. </a:t>
            </a:r>
          </a:p>
          <a:p>
            <a:r>
              <a:rPr lang="en-US" sz="6600" dirty="0">
                <a:solidFill>
                  <a:schemeClr val="tx1"/>
                </a:solidFill>
                <a:latin typeface="Times New Roman" panose="02020603050405020304" pitchFamily="18" charset="0"/>
                <a:cs typeface="Times New Roman" panose="02020603050405020304" pitchFamily="18" charset="0"/>
              </a:rPr>
              <a:t>Java has three types of literals: </a:t>
            </a:r>
          </a:p>
          <a:p>
            <a:pPr lvl="1"/>
            <a:r>
              <a:rPr lang="en-US" sz="6000" dirty="0">
                <a:solidFill>
                  <a:schemeClr val="tx1"/>
                </a:solidFill>
                <a:latin typeface="Times New Roman" panose="02020603050405020304" pitchFamily="18" charset="0"/>
                <a:cs typeface="Times New Roman" panose="02020603050405020304" pitchFamily="18" charset="0"/>
              </a:rPr>
              <a:t>Primitive type literals</a:t>
            </a:r>
          </a:p>
          <a:p>
            <a:pPr lvl="1"/>
            <a:r>
              <a:rPr lang="en-US" sz="6000" dirty="0">
                <a:solidFill>
                  <a:schemeClr val="tx1"/>
                </a:solidFill>
                <a:latin typeface="Times New Roman" panose="02020603050405020304" pitchFamily="18" charset="0"/>
                <a:cs typeface="Times New Roman" panose="02020603050405020304" pitchFamily="18" charset="0"/>
              </a:rPr>
              <a:t>String literals</a:t>
            </a:r>
          </a:p>
          <a:p>
            <a:pPr lvl="1"/>
            <a:r>
              <a:rPr lang="en-US" sz="6000" dirty="0">
                <a:solidFill>
                  <a:schemeClr val="tx1"/>
                </a:solidFill>
                <a:latin typeface="Times New Roman" panose="02020603050405020304" pitchFamily="18" charset="0"/>
                <a:cs typeface="Times New Roman" panose="02020603050405020304" pitchFamily="18" charset="0"/>
              </a:rPr>
              <a:t>null literal </a:t>
            </a:r>
          </a:p>
          <a:p>
            <a:r>
              <a:rPr lang="en-US" sz="6600" dirty="0">
                <a:solidFill>
                  <a:schemeClr val="tx1"/>
                </a:solidFill>
                <a:latin typeface="Times New Roman" panose="02020603050405020304" pitchFamily="18" charset="0"/>
                <a:cs typeface="Times New Roman" panose="02020603050405020304" pitchFamily="18" charset="0"/>
              </a:rPr>
              <a:t>Primitive literals are further divided into four subtypes:</a:t>
            </a:r>
          </a:p>
          <a:p>
            <a:pPr lvl="1"/>
            <a:r>
              <a:rPr lang="en-US" sz="6000" dirty="0">
                <a:solidFill>
                  <a:schemeClr val="tx1"/>
                </a:solidFill>
                <a:latin typeface="Times New Roman" panose="02020603050405020304" pitchFamily="18" charset="0"/>
                <a:cs typeface="Times New Roman" panose="02020603050405020304" pitchFamily="18" charset="0"/>
              </a:rPr>
              <a:t>Integer</a:t>
            </a:r>
          </a:p>
          <a:p>
            <a:pPr lvl="1"/>
            <a:r>
              <a:rPr lang="en-US" sz="6000" dirty="0">
                <a:solidFill>
                  <a:schemeClr val="tx1"/>
                </a:solidFill>
                <a:latin typeface="Times New Roman" panose="02020603050405020304" pitchFamily="18" charset="0"/>
                <a:cs typeface="Times New Roman" panose="02020603050405020304" pitchFamily="18" charset="0"/>
              </a:rPr>
              <a:t>Floating point</a:t>
            </a:r>
          </a:p>
          <a:p>
            <a:pPr lvl="1"/>
            <a:r>
              <a:rPr lang="en-US" sz="6000" dirty="0">
                <a:solidFill>
                  <a:schemeClr val="tx1"/>
                </a:solidFill>
                <a:latin typeface="Times New Roman" panose="02020603050405020304" pitchFamily="18" charset="0"/>
                <a:cs typeface="Times New Roman" panose="02020603050405020304" pitchFamily="18" charset="0"/>
              </a:rPr>
              <a:t>Character</a:t>
            </a:r>
          </a:p>
          <a:p>
            <a:pPr lvl="1"/>
            <a:r>
              <a:rPr lang="en-US" sz="6000" dirty="0">
                <a:solidFill>
                  <a:schemeClr val="tx1"/>
                </a:solidFill>
                <a:latin typeface="Times New Roman" panose="02020603050405020304" pitchFamily="18" charset="0"/>
                <a:cs typeface="Times New Roman" panose="02020603050405020304" pitchFamily="18" charset="0"/>
              </a:rPr>
              <a:t>Boolean</a:t>
            </a:r>
          </a:p>
          <a:p>
            <a:r>
              <a:rPr lang="en-US" sz="6600" dirty="0">
                <a:solidFill>
                  <a:schemeClr val="tx1"/>
                </a:solidFill>
                <a:latin typeface="Times New Roman" panose="02020603050405020304" pitchFamily="18" charset="0"/>
                <a:cs typeface="Times New Roman" panose="02020603050405020304" pitchFamily="18" charset="0"/>
              </a:rPr>
              <a:t>For better readability of large sized values, Java 7 allows to include ‘_’ in integer literals. </a:t>
            </a:r>
          </a:p>
        </p:txBody>
      </p:sp>
    </p:spTree>
    <p:extLst>
      <p:ext uri="{BB962C8B-B14F-4D97-AF65-F5344CB8AC3E}">
        <p14:creationId xmlns:p14="http://schemas.microsoft.com/office/powerpoint/2010/main" val="936279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1078527" y="633045"/>
            <a:ext cx="30230760" cy="2545469"/>
          </a:xfrm>
        </p:spPr>
        <p:txBody>
          <a:bodyPr/>
          <a:lstStyle/>
          <a:p>
            <a:r>
              <a:rPr lang="en-US" sz="4400" dirty="0">
                <a:latin typeface="Times New Roman" panose="02020603050405020304" pitchFamily="18" charset="0"/>
                <a:cs typeface="Times New Roman" panose="02020603050405020304" pitchFamily="18" charset="0"/>
              </a:rPr>
              <a:t>Flow Control: Java’s Control Statements</a:t>
            </a:r>
            <a:br>
              <a:rPr lang="en-US" sz="4400"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Control Statements</a:t>
            </a:r>
            <a:endParaRPr lang="en-US" sz="72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2065439" y="4429820"/>
            <a:ext cx="29243846" cy="11795343"/>
          </a:xfrm>
        </p:spPr>
        <p:txBody>
          <a:bodyPr/>
          <a:lstStyle/>
          <a:p>
            <a:r>
              <a:rPr lang="en-US" sz="6600" dirty="0">
                <a:solidFill>
                  <a:schemeClr val="tx1"/>
                </a:solidFill>
                <a:latin typeface="Times New Roman" panose="02020603050405020304" pitchFamily="18" charset="0"/>
                <a:cs typeface="Times New Roman" panose="02020603050405020304" pitchFamily="18" charset="0"/>
              </a:rPr>
              <a:t>Use control flow statements to: </a:t>
            </a:r>
          </a:p>
          <a:p>
            <a:pPr lvl="1"/>
            <a:r>
              <a:rPr lang="en-US" sz="6000" dirty="0">
                <a:solidFill>
                  <a:schemeClr val="tx1"/>
                </a:solidFill>
                <a:latin typeface="Times New Roman" panose="02020603050405020304" pitchFamily="18" charset="0"/>
                <a:cs typeface="Times New Roman" panose="02020603050405020304" pitchFamily="18" charset="0"/>
              </a:rPr>
              <a:t>Conditionally execute statements</a:t>
            </a:r>
          </a:p>
          <a:p>
            <a:pPr lvl="1"/>
            <a:r>
              <a:rPr lang="en-US" sz="6000" dirty="0">
                <a:solidFill>
                  <a:schemeClr val="tx1"/>
                </a:solidFill>
                <a:latin typeface="Times New Roman" panose="02020603050405020304" pitchFamily="18" charset="0"/>
                <a:cs typeface="Times New Roman" panose="02020603050405020304" pitchFamily="18" charset="0"/>
              </a:rPr>
              <a:t>Repeatedly execute a block of statements</a:t>
            </a:r>
          </a:p>
          <a:p>
            <a:pPr lvl="1"/>
            <a:r>
              <a:rPr lang="en-US" sz="6000" dirty="0">
                <a:solidFill>
                  <a:schemeClr val="tx1"/>
                </a:solidFill>
                <a:latin typeface="Times New Roman" panose="02020603050405020304" pitchFamily="18" charset="0"/>
                <a:cs typeface="Times New Roman" panose="02020603050405020304" pitchFamily="18" charset="0"/>
              </a:rPr>
              <a:t>Change the normal, sequential flow of control</a:t>
            </a:r>
          </a:p>
          <a:p>
            <a:r>
              <a:rPr lang="en-US" sz="6600" dirty="0">
                <a:solidFill>
                  <a:schemeClr val="tx1"/>
                </a:solidFill>
                <a:latin typeface="Times New Roman" panose="02020603050405020304" pitchFamily="18" charset="0"/>
                <a:cs typeface="Times New Roman" panose="02020603050405020304" pitchFamily="18" charset="0"/>
              </a:rPr>
              <a:t>Categorized into two types:</a:t>
            </a:r>
          </a:p>
          <a:p>
            <a:pPr lvl="1"/>
            <a:r>
              <a:rPr lang="en-US" sz="6000" dirty="0">
                <a:solidFill>
                  <a:schemeClr val="tx1"/>
                </a:solidFill>
                <a:latin typeface="Times New Roman" panose="02020603050405020304" pitchFamily="18" charset="0"/>
                <a:cs typeface="Times New Roman" panose="02020603050405020304" pitchFamily="18" charset="0"/>
              </a:rPr>
              <a:t>Selection Statements</a:t>
            </a:r>
          </a:p>
          <a:p>
            <a:pPr lvl="1"/>
            <a:r>
              <a:rPr lang="en-US" sz="6000" dirty="0">
                <a:solidFill>
                  <a:schemeClr val="tx1"/>
                </a:solidFill>
                <a:latin typeface="Times New Roman" panose="02020603050405020304" pitchFamily="18" charset="0"/>
                <a:cs typeface="Times New Roman" panose="02020603050405020304" pitchFamily="18" charset="0"/>
              </a:rPr>
              <a:t>Iteration Statements</a:t>
            </a:r>
          </a:p>
        </p:txBody>
      </p:sp>
    </p:spTree>
    <p:extLst>
      <p:ext uri="{BB962C8B-B14F-4D97-AF65-F5344CB8AC3E}">
        <p14:creationId xmlns:p14="http://schemas.microsoft.com/office/powerpoint/2010/main" val="980812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726834" y="1266089"/>
            <a:ext cx="30230760" cy="2545469"/>
          </a:xfrm>
        </p:spPr>
        <p:txBody>
          <a:bodyPr>
            <a:normAutofit/>
          </a:bodyPr>
          <a:lstStyle/>
          <a:p>
            <a:r>
              <a:rPr lang="en-US" sz="4800" dirty="0">
                <a:latin typeface="Times New Roman" panose="02020603050405020304" pitchFamily="18" charset="0"/>
                <a:cs typeface="Times New Roman" panose="02020603050405020304" pitchFamily="18" charset="0"/>
              </a:rPr>
              <a:t>Flow Control: Java’s Control Statements</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Selection Statements</a:t>
            </a:r>
            <a:endParaRPr lang="en-US" sz="80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986917" y="3962402"/>
            <a:ext cx="29243846" cy="12403442"/>
          </a:xfrm>
        </p:spPr>
        <p:txBody>
          <a:bodyPr/>
          <a:lstStyle/>
          <a:p>
            <a:r>
              <a:rPr lang="en-US" sz="4800" dirty="0">
                <a:solidFill>
                  <a:schemeClr val="tx1"/>
                </a:solidFill>
                <a:latin typeface="Times New Roman" panose="02020603050405020304" pitchFamily="18" charset="0"/>
                <a:cs typeface="Times New Roman" panose="02020603050405020304" pitchFamily="18" charset="0"/>
              </a:rPr>
              <a:t>Allows programs to choose between alternate actions on execution.</a:t>
            </a:r>
          </a:p>
          <a:p>
            <a:r>
              <a:rPr lang="en-US" sz="4800" dirty="0">
                <a:solidFill>
                  <a:schemeClr val="tx1"/>
                </a:solidFill>
                <a:latin typeface="Times New Roman" panose="02020603050405020304" pitchFamily="18" charset="0"/>
                <a:cs typeface="Times New Roman" panose="02020603050405020304" pitchFamily="18" charset="0"/>
              </a:rPr>
              <a:t>“if” used for conditional branch:</a:t>
            </a:r>
          </a:p>
          <a:p>
            <a:pPr>
              <a:buNone/>
            </a:pPr>
            <a:endParaRPr lang="en-US" sz="4800" dirty="0">
              <a:solidFill>
                <a:schemeClr val="tx1"/>
              </a:solidFill>
              <a:latin typeface="Times New Roman" panose="02020603050405020304" pitchFamily="18" charset="0"/>
              <a:cs typeface="Times New Roman" panose="02020603050405020304" pitchFamily="18" charset="0"/>
            </a:endParaRPr>
          </a:p>
          <a:p>
            <a:pPr>
              <a:buNone/>
            </a:pPr>
            <a:endParaRPr lang="en-US" sz="4800" dirty="0">
              <a:solidFill>
                <a:schemeClr val="tx1"/>
              </a:solidFill>
              <a:latin typeface="Times New Roman" panose="02020603050405020304" pitchFamily="18" charset="0"/>
              <a:cs typeface="Times New Roman" panose="02020603050405020304" pitchFamily="18" charset="0"/>
            </a:endParaRPr>
          </a:p>
          <a:p>
            <a:pPr>
              <a:buNone/>
            </a:pPr>
            <a:endParaRPr lang="en-US" sz="4800" dirty="0">
              <a:solidFill>
                <a:schemeClr val="tx1"/>
              </a:solidFill>
              <a:latin typeface="Times New Roman" panose="02020603050405020304" pitchFamily="18" charset="0"/>
              <a:cs typeface="Times New Roman" panose="02020603050405020304" pitchFamily="18" charset="0"/>
            </a:endParaRPr>
          </a:p>
          <a:p>
            <a:pPr>
              <a:buNone/>
            </a:pPr>
            <a:endParaRPr lang="en-US" sz="4800" dirty="0">
              <a:solidFill>
                <a:schemeClr val="tx1"/>
              </a:solidFill>
              <a:latin typeface="Times New Roman" panose="02020603050405020304" pitchFamily="18" charset="0"/>
              <a:cs typeface="Times New Roman" panose="02020603050405020304" pitchFamily="18" charset="0"/>
            </a:endParaRPr>
          </a:p>
          <a:p>
            <a:r>
              <a:rPr lang="en-US" sz="4800" dirty="0">
                <a:solidFill>
                  <a:schemeClr val="tx1"/>
                </a:solidFill>
                <a:latin typeface="Times New Roman" panose="02020603050405020304" pitchFamily="18" charset="0"/>
                <a:cs typeface="Times New Roman" panose="02020603050405020304" pitchFamily="18" charset="0"/>
              </a:rPr>
              <a:t>“switch” used as an alternative to multiple “if’s”:</a:t>
            </a:r>
          </a:p>
        </p:txBody>
      </p:sp>
      <p:sp>
        <p:nvSpPr>
          <p:cNvPr id="4" name="AutoShape 12"/>
          <p:cNvSpPr>
            <a:spLocks noChangeArrowheads="1"/>
          </p:cNvSpPr>
          <p:nvPr/>
        </p:nvSpPr>
        <p:spPr bwMode="auto">
          <a:xfrm>
            <a:off x="3371144" y="5767752"/>
            <a:ext cx="10368302" cy="2227385"/>
          </a:xfrm>
          <a:prstGeom prst="roundRect">
            <a:avLst>
              <a:gd name="adj" fmla="val 16667"/>
            </a:avLst>
          </a:prstGeom>
          <a:noFill/>
          <a:ln w="9525">
            <a:solidFill>
              <a:schemeClr val="tx1"/>
            </a:solidFill>
            <a:round/>
            <a:headEnd/>
            <a:tailEnd/>
          </a:ln>
          <a:effectLst/>
        </p:spPr>
        <p:txBody>
          <a:bodyPr wrap="none" anchor="ctr"/>
          <a:lstStyle/>
          <a:p>
            <a:pPr lvl="1">
              <a:lnSpc>
                <a:spcPct val="110000"/>
              </a:lnSpc>
            </a:pPr>
            <a:r>
              <a:rPr lang="en-US" sz="5400" dirty="0">
                <a:latin typeface="Times New Roman" panose="02020603050405020304" pitchFamily="18" charset="0"/>
                <a:cs typeface="Times New Roman" panose="02020603050405020304" pitchFamily="18" charset="0"/>
              </a:rPr>
              <a:t>if (condition) statement1;</a:t>
            </a:r>
          </a:p>
          <a:p>
            <a:pPr lvl="1">
              <a:lnSpc>
                <a:spcPct val="110000"/>
              </a:lnSpc>
            </a:pPr>
            <a:r>
              <a:rPr lang="en-US" sz="5400" dirty="0">
                <a:latin typeface="Times New Roman" panose="02020603050405020304" pitchFamily="18" charset="0"/>
                <a:cs typeface="Times New Roman" panose="02020603050405020304" pitchFamily="18" charset="0"/>
              </a:rPr>
              <a:t>else statement2;</a:t>
            </a:r>
          </a:p>
        </p:txBody>
      </p:sp>
      <p:sp>
        <p:nvSpPr>
          <p:cNvPr id="5" name="AutoShape 9"/>
          <p:cNvSpPr>
            <a:spLocks noChangeArrowheads="1"/>
          </p:cNvSpPr>
          <p:nvPr/>
        </p:nvSpPr>
        <p:spPr bwMode="auto">
          <a:xfrm>
            <a:off x="2667751" y="9341871"/>
            <a:ext cx="15690579" cy="7211112"/>
          </a:xfrm>
          <a:prstGeom prst="roundRect">
            <a:avLst>
              <a:gd name="adj" fmla="val 16667"/>
            </a:avLst>
          </a:prstGeom>
          <a:noFill/>
          <a:ln w="9525">
            <a:solidFill>
              <a:schemeClr val="tx1"/>
            </a:solidFill>
            <a:round/>
            <a:headEnd/>
            <a:tailEnd/>
          </a:ln>
          <a:effectLst/>
        </p:spPr>
        <p:txBody>
          <a:bodyPr wrap="none" anchor="ctr"/>
          <a:lstStyle/>
          <a:p>
            <a:r>
              <a:rPr lang="en-US" sz="5400" dirty="0">
                <a:latin typeface="Times New Roman" panose="02020603050405020304" pitchFamily="18" charset="0"/>
                <a:cs typeface="Times New Roman" panose="02020603050405020304" pitchFamily="18" charset="0"/>
              </a:rPr>
              <a:t> switch(expression){</a:t>
            </a:r>
          </a:p>
          <a:p>
            <a:r>
              <a:rPr lang="en-US" sz="5400" dirty="0">
                <a:latin typeface="Times New Roman" panose="02020603050405020304" pitchFamily="18" charset="0"/>
                <a:cs typeface="Times New Roman" panose="02020603050405020304" pitchFamily="18" charset="0"/>
              </a:rPr>
              <a:t>      case value1:    //statement sequence</a:t>
            </a:r>
          </a:p>
          <a:p>
            <a:r>
              <a:rPr lang="en-US" sz="5400" dirty="0">
                <a:latin typeface="Times New Roman" panose="02020603050405020304" pitchFamily="18" charset="0"/>
                <a:cs typeface="Times New Roman" panose="02020603050405020304" pitchFamily="18" charset="0"/>
              </a:rPr>
              <a:t>		break;</a:t>
            </a:r>
          </a:p>
          <a:p>
            <a:r>
              <a:rPr lang="en-US" sz="5400" dirty="0">
                <a:latin typeface="Times New Roman" panose="02020603050405020304" pitchFamily="18" charset="0"/>
                <a:cs typeface="Times New Roman" panose="02020603050405020304" pitchFamily="18" charset="0"/>
              </a:rPr>
              <a:t>      case value2:    //statement sequence</a:t>
            </a:r>
          </a:p>
          <a:p>
            <a:r>
              <a:rPr lang="en-US" sz="5400" dirty="0">
                <a:latin typeface="Times New Roman" panose="02020603050405020304" pitchFamily="18" charset="0"/>
                <a:cs typeface="Times New Roman" panose="02020603050405020304" pitchFamily="18" charset="0"/>
              </a:rPr>
              <a:t>		break; …</a:t>
            </a:r>
          </a:p>
          <a:p>
            <a:r>
              <a:rPr lang="en-US" sz="5400" dirty="0">
                <a:latin typeface="Times New Roman" panose="02020603050405020304" pitchFamily="18" charset="0"/>
                <a:cs typeface="Times New Roman" panose="02020603050405020304" pitchFamily="18" charset="0"/>
              </a:rPr>
              <a:t>      default:      	 //default statement sequence</a:t>
            </a:r>
          </a:p>
          <a:p>
            <a:r>
              <a:rPr lang="en-US" sz="5400" dirty="0">
                <a:latin typeface="Times New Roman" panose="02020603050405020304" pitchFamily="18" charset="0"/>
                <a:cs typeface="Times New Roman" panose="02020603050405020304" pitchFamily="18" charset="0"/>
              </a:rPr>
              <a:t>  }</a:t>
            </a:r>
          </a:p>
        </p:txBody>
      </p:sp>
      <p:sp>
        <p:nvSpPr>
          <p:cNvPr id="8" name="AutoShape 9"/>
          <p:cNvSpPr>
            <a:spLocks noChangeArrowheads="1"/>
          </p:cNvSpPr>
          <p:nvPr/>
        </p:nvSpPr>
        <p:spPr bwMode="auto">
          <a:xfrm>
            <a:off x="20039164" y="11514480"/>
            <a:ext cx="6231224" cy="4448218"/>
          </a:xfrm>
          <a:prstGeom prst="star16">
            <a:avLst>
              <a:gd name="adj" fmla="val 35348"/>
            </a:avLst>
          </a:prstGeom>
          <a:solidFill>
            <a:srgbClr val="DDDDDD"/>
          </a:solidFill>
          <a:ln w="9525">
            <a:solidFill>
              <a:schemeClr val="tx1"/>
            </a:solidFill>
            <a:miter lim="800000"/>
            <a:headEnd/>
            <a:tailEnd/>
          </a:ln>
          <a:effectLst/>
        </p:spPr>
        <p:txBody>
          <a:bodyPr wrap="none" anchor="ctr"/>
          <a:lstStyle/>
          <a:p>
            <a:pPr algn="ctr">
              <a:lnSpc>
                <a:spcPct val="90000"/>
              </a:lnSpc>
              <a:spcBef>
                <a:spcPct val="30000"/>
              </a:spcBef>
            </a:pPr>
            <a:r>
              <a:rPr lang="en-US" sz="4000" b="1" dirty="0">
                <a:latin typeface="Times New Roman" panose="02020603050405020304" pitchFamily="18" charset="0"/>
                <a:cs typeface="Times New Roman" panose="02020603050405020304" pitchFamily="18" charset="0"/>
              </a:rPr>
              <a:t>Expression can be </a:t>
            </a:r>
          </a:p>
          <a:p>
            <a:pPr algn="ctr">
              <a:lnSpc>
                <a:spcPct val="90000"/>
              </a:lnSpc>
              <a:spcBef>
                <a:spcPct val="30000"/>
              </a:spcBef>
            </a:pPr>
            <a:r>
              <a:rPr lang="en-US" sz="4000" b="1" dirty="0">
                <a:latin typeface="Times New Roman" panose="02020603050405020304" pitchFamily="18" charset="0"/>
                <a:cs typeface="Times New Roman" panose="02020603050405020304" pitchFamily="18" charset="0"/>
              </a:rPr>
              <a:t>   of String type!</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6279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586158" y="1008186"/>
            <a:ext cx="30230760" cy="2545469"/>
          </a:xfrm>
        </p:spPr>
        <p:txBody>
          <a:bodyPr>
            <a:normAutofit/>
          </a:bodyPr>
          <a:lstStyle/>
          <a:p>
            <a:r>
              <a:rPr lang="en-US" sz="5400" dirty="0">
                <a:latin typeface="Times New Roman" panose="02020603050405020304" pitchFamily="18" charset="0"/>
                <a:cs typeface="Times New Roman" panose="02020603050405020304" pitchFamily="18" charset="0"/>
              </a:rPr>
              <a:t>Flow Control: Java’s Control Statements</a:t>
            </a:r>
            <a:br>
              <a:rPr lang="en-US" sz="11500" dirty="0">
                <a:latin typeface="Times New Roman" panose="02020603050405020304" pitchFamily="18" charset="0"/>
                <a:cs typeface="Times New Roman" panose="02020603050405020304" pitchFamily="18" charset="0"/>
              </a:rPr>
            </a:br>
            <a:r>
              <a:rPr lang="en-US" sz="11500" dirty="0">
                <a:latin typeface="Times New Roman" panose="02020603050405020304" pitchFamily="18" charset="0"/>
                <a:cs typeface="Times New Roman" panose="02020603050405020304" pitchFamily="18" charset="0"/>
              </a:rPr>
              <a:t>switch case : an example</a:t>
            </a:r>
            <a:endParaRPr lang="en-US" sz="8800" dirty="0">
              <a:latin typeface="Times New Roman" panose="02020603050405020304" pitchFamily="18" charset="0"/>
              <a:cs typeface="Times New Roman" panose="02020603050405020304" pitchFamily="18" charset="0"/>
            </a:endParaRPr>
          </a:p>
        </p:txBody>
      </p:sp>
      <p:sp>
        <p:nvSpPr>
          <p:cNvPr id="5" name="AutoShape 4"/>
          <p:cNvSpPr>
            <a:spLocks noChangeArrowheads="1"/>
          </p:cNvSpPr>
          <p:nvPr/>
        </p:nvSpPr>
        <p:spPr bwMode="auto">
          <a:xfrm>
            <a:off x="3259015" y="3845170"/>
            <a:ext cx="14156654" cy="10832122"/>
          </a:xfrm>
          <a:prstGeom prst="roundRect">
            <a:avLst>
              <a:gd name="adj" fmla="val 16667"/>
            </a:avLst>
          </a:prstGeom>
          <a:noFill/>
          <a:ln w="9525">
            <a:solidFill>
              <a:schemeClr val="tx1"/>
            </a:solidFill>
            <a:round/>
            <a:headEnd/>
            <a:tailEnd/>
          </a:ln>
          <a:effectLst/>
        </p:spPr>
        <p:txBody>
          <a:bodyPr wrap="none" anchor="ctr"/>
          <a:lstStyle/>
          <a:p>
            <a:pPr lvl="1"/>
            <a:r>
              <a:rPr lang="en-US" sz="4400" dirty="0">
                <a:latin typeface="Times New Roman" panose="02020603050405020304" pitchFamily="18" charset="0"/>
                <a:cs typeface="Times New Roman" panose="02020603050405020304" pitchFamily="18" charset="0"/>
              </a:rPr>
              <a:t>class </a:t>
            </a:r>
            <a:r>
              <a:rPr lang="en-US" sz="4400" dirty="0" err="1">
                <a:latin typeface="Times New Roman" panose="02020603050405020304" pitchFamily="18" charset="0"/>
                <a:cs typeface="Times New Roman" panose="02020603050405020304" pitchFamily="18" charset="0"/>
              </a:rPr>
              <a:t>SampleSwitch</a:t>
            </a:r>
            <a:r>
              <a:rPr lang="en-US" sz="4400" dirty="0">
                <a:latin typeface="Times New Roman" panose="02020603050405020304" pitchFamily="18" charset="0"/>
                <a:cs typeface="Times New Roman" panose="02020603050405020304" pitchFamily="18" charset="0"/>
              </a:rPr>
              <a:t> {</a:t>
            </a:r>
          </a:p>
          <a:p>
            <a:pPr lvl="1"/>
            <a:r>
              <a:rPr lang="en-US" sz="4400" dirty="0">
                <a:latin typeface="Times New Roman" panose="02020603050405020304" pitchFamily="18" charset="0"/>
                <a:cs typeface="Times New Roman" panose="02020603050405020304" pitchFamily="18" charset="0"/>
              </a:rPr>
              <a:t>    public static void main(String </a:t>
            </a:r>
            <a:r>
              <a:rPr lang="en-US" sz="4400" dirty="0" err="1">
                <a:latin typeface="Times New Roman" panose="02020603050405020304" pitchFamily="18" charset="0"/>
                <a:cs typeface="Times New Roman" panose="02020603050405020304" pitchFamily="18" charset="0"/>
              </a:rPr>
              <a:t>args</a:t>
            </a:r>
            <a:r>
              <a:rPr lang="en-US" sz="4400" dirty="0">
                <a:latin typeface="Times New Roman" panose="02020603050405020304" pitchFamily="18" charset="0"/>
                <a:cs typeface="Times New Roman" panose="02020603050405020304" pitchFamily="18" charset="0"/>
              </a:rPr>
              <a:t>[]) {</a:t>
            </a:r>
          </a:p>
          <a:p>
            <a:pPr lvl="1"/>
            <a:r>
              <a:rPr lang="en-US" sz="4400" dirty="0">
                <a:latin typeface="Times New Roman" panose="02020603050405020304" pitchFamily="18" charset="0"/>
                <a:cs typeface="Times New Roman" panose="02020603050405020304" pitchFamily="18" charset="0"/>
              </a:rPr>
              <a:t>        for(</a:t>
            </a:r>
            <a:r>
              <a:rPr lang="en-US" sz="4400" dirty="0" err="1">
                <a:latin typeface="Times New Roman" panose="02020603050405020304" pitchFamily="18" charset="0"/>
                <a:cs typeface="Times New Roman" panose="02020603050405020304" pitchFamily="18" charset="0"/>
              </a:rPr>
              <a:t>int</a:t>
            </a:r>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i</a:t>
            </a:r>
            <a:r>
              <a:rPr lang="en-US" sz="4400" dirty="0">
                <a:latin typeface="Times New Roman" panose="02020603050405020304" pitchFamily="18" charset="0"/>
                <a:cs typeface="Times New Roman" panose="02020603050405020304" pitchFamily="18" charset="0"/>
              </a:rPr>
              <a:t>=0; </a:t>
            </a:r>
            <a:r>
              <a:rPr lang="en-US" sz="4400" dirty="0" err="1">
                <a:latin typeface="Times New Roman" panose="02020603050405020304" pitchFamily="18" charset="0"/>
                <a:cs typeface="Times New Roman" panose="02020603050405020304" pitchFamily="18" charset="0"/>
              </a:rPr>
              <a:t>i</a:t>
            </a:r>
            <a:r>
              <a:rPr lang="en-US" sz="4400" dirty="0">
                <a:latin typeface="Times New Roman" panose="02020603050405020304" pitchFamily="18" charset="0"/>
                <a:cs typeface="Times New Roman" panose="02020603050405020304" pitchFamily="18" charset="0"/>
              </a:rPr>
              <a:t>&lt;=4; </a:t>
            </a:r>
            <a:r>
              <a:rPr lang="en-US" sz="4400" dirty="0" err="1">
                <a:latin typeface="Times New Roman" panose="02020603050405020304" pitchFamily="18" charset="0"/>
                <a:cs typeface="Times New Roman" panose="02020603050405020304" pitchFamily="18" charset="0"/>
              </a:rPr>
              <a:t>i</a:t>
            </a:r>
            <a:r>
              <a:rPr lang="en-US" sz="4400" dirty="0">
                <a:latin typeface="Times New Roman" panose="02020603050405020304" pitchFamily="18" charset="0"/>
                <a:cs typeface="Times New Roman" panose="02020603050405020304" pitchFamily="18" charset="0"/>
              </a:rPr>
              <a:t>++)</a:t>
            </a:r>
          </a:p>
          <a:p>
            <a:pPr lvl="1"/>
            <a:r>
              <a:rPr lang="en-US" sz="4400" dirty="0">
                <a:latin typeface="Times New Roman" panose="02020603050405020304" pitchFamily="18" charset="0"/>
                <a:cs typeface="Times New Roman" panose="02020603050405020304" pitchFamily="18" charset="0"/>
              </a:rPr>
              <a:t>            switch(</a:t>
            </a:r>
            <a:r>
              <a:rPr lang="en-US" sz="4400" dirty="0" err="1">
                <a:latin typeface="Times New Roman" panose="02020603050405020304" pitchFamily="18" charset="0"/>
                <a:cs typeface="Times New Roman" panose="02020603050405020304" pitchFamily="18" charset="0"/>
              </a:rPr>
              <a:t>i</a:t>
            </a:r>
            <a:r>
              <a:rPr lang="en-US" sz="4400" dirty="0">
                <a:latin typeface="Times New Roman" panose="02020603050405020304" pitchFamily="18" charset="0"/>
                <a:cs typeface="Times New Roman" panose="02020603050405020304" pitchFamily="18" charset="0"/>
              </a:rPr>
              <a:t>) {</a:t>
            </a:r>
          </a:p>
          <a:p>
            <a:pPr lvl="1"/>
            <a:r>
              <a:rPr lang="en-US" sz="4400" dirty="0">
                <a:latin typeface="Times New Roman" panose="02020603050405020304" pitchFamily="18" charset="0"/>
                <a:cs typeface="Times New Roman" panose="02020603050405020304" pitchFamily="18" charset="0"/>
              </a:rPr>
              <a:t>	 case 0:</a:t>
            </a:r>
          </a:p>
          <a:p>
            <a:pPr lvl="1"/>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System.out.println</a:t>
            </a:r>
            <a:r>
              <a:rPr lang="en-US" sz="4400" dirty="0">
                <a:latin typeface="Times New Roman" panose="02020603050405020304" pitchFamily="18" charset="0"/>
                <a:cs typeface="Times New Roman" panose="02020603050405020304" pitchFamily="18" charset="0"/>
              </a:rPr>
              <a:t>("</a:t>
            </a:r>
            <a:r>
              <a:rPr lang="en-US" sz="4400" dirty="0" err="1">
                <a:latin typeface="Times New Roman" panose="02020603050405020304" pitchFamily="18" charset="0"/>
                <a:cs typeface="Times New Roman" panose="02020603050405020304" pitchFamily="18" charset="0"/>
              </a:rPr>
              <a:t>i</a:t>
            </a:r>
            <a:r>
              <a:rPr lang="en-US" sz="4400" dirty="0">
                <a:latin typeface="Times New Roman" panose="02020603050405020304" pitchFamily="18" charset="0"/>
                <a:cs typeface="Times New Roman" panose="02020603050405020304" pitchFamily="18" charset="0"/>
              </a:rPr>
              <a:t> is zero."); break;</a:t>
            </a:r>
          </a:p>
          <a:p>
            <a:pPr lvl="1"/>
            <a:r>
              <a:rPr lang="en-US" sz="4400" dirty="0">
                <a:latin typeface="Times New Roman" panose="02020603050405020304" pitchFamily="18" charset="0"/>
                <a:cs typeface="Times New Roman" panose="02020603050405020304" pitchFamily="18" charset="0"/>
              </a:rPr>
              <a:t>	 case 1:</a:t>
            </a:r>
          </a:p>
          <a:p>
            <a:pPr lvl="1"/>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System.out.println</a:t>
            </a:r>
            <a:r>
              <a:rPr lang="en-US" sz="4400" dirty="0">
                <a:latin typeface="Times New Roman" panose="02020603050405020304" pitchFamily="18" charset="0"/>
                <a:cs typeface="Times New Roman" panose="02020603050405020304" pitchFamily="18" charset="0"/>
              </a:rPr>
              <a:t>("</a:t>
            </a:r>
            <a:r>
              <a:rPr lang="en-US" sz="4400" dirty="0" err="1">
                <a:latin typeface="Times New Roman" panose="02020603050405020304" pitchFamily="18" charset="0"/>
                <a:cs typeface="Times New Roman" panose="02020603050405020304" pitchFamily="18" charset="0"/>
              </a:rPr>
              <a:t>i</a:t>
            </a:r>
            <a:r>
              <a:rPr lang="en-US" sz="4400" dirty="0">
                <a:latin typeface="Times New Roman" panose="02020603050405020304" pitchFamily="18" charset="0"/>
                <a:cs typeface="Times New Roman" panose="02020603050405020304" pitchFamily="18" charset="0"/>
              </a:rPr>
              <a:t> is one."); break;</a:t>
            </a:r>
          </a:p>
          <a:p>
            <a:pPr lvl="1"/>
            <a:r>
              <a:rPr lang="en-US" sz="4400" dirty="0">
                <a:latin typeface="Times New Roman" panose="02020603050405020304" pitchFamily="18" charset="0"/>
                <a:cs typeface="Times New Roman" panose="02020603050405020304" pitchFamily="18" charset="0"/>
              </a:rPr>
              <a:t>	 case 2:</a:t>
            </a:r>
          </a:p>
          <a:p>
            <a:pPr lvl="1"/>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System.out.println</a:t>
            </a:r>
            <a:r>
              <a:rPr lang="en-US" sz="4400" dirty="0">
                <a:latin typeface="Times New Roman" panose="02020603050405020304" pitchFamily="18" charset="0"/>
                <a:cs typeface="Times New Roman" panose="02020603050405020304" pitchFamily="18" charset="0"/>
              </a:rPr>
              <a:t>("</a:t>
            </a:r>
            <a:r>
              <a:rPr lang="en-US" sz="4400" dirty="0" err="1">
                <a:latin typeface="Times New Roman" panose="02020603050405020304" pitchFamily="18" charset="0"/>
                <a:cs typeface="Times New Roman" panose="02020603050405020304" pitchFamily="18" charset="0"/>
              </a:rPr>
              <a:t>i</a:t>
            </a:r>
            <a:r>
              <a:rPr lang="en-US" sz="4400" dirty="0">
                <a:latin typeface="Times New Roman" panose="02020603050405020304" pitchFamily="18" charset="0"/>
                <a:cs typeface="Times New Roman" panose="02020603050405020304" pitchFamily="18" charset="0"/>
              </a:rPr>
              <a:t> is two."); break;</a:t>
            </a:r>
          </a:p>
          <a:p>
            <a:pPr lvl="1"/>
            <a:r>
              <a:rPr lang="en-US" sz="4400" dirty="0">
                <a:latin typeface="Times New Roman" panose="02020603050405020304" pitchFamily="18" charset="0"/>
                <a:cs typeface="Times New Roman" panose="02020603050405020304" pitchFamily="18" charset="0"/>
              </a:rPr>
              <a:t>	 case 3:</a:t>
            </a:r>
          </a:p>
          <a:p>
            <a:pPr lvl="1"/>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System.out.println</a:t>
            </a:r>
            <a:r>
              <a:rPr lang="en-US" sz="4400" dirty="0">
                <a:latin typeface="Times New Roman" panose="02020603050405020304" pitchFamily="18" charset="0"/>
                <a:cs typeface="Times New Roman" panose="02020603050405020304" pitchFamily="18" charset="0"/>
              </a:rPr>
              <a:t>("</a:t>
            </a:r>
            <a:r>
              <a:rPr lang="en-US" sz="4400" dirty="0" err="1">
                <a:latin typeface="Times New Roman" panose="02020603050405020304" pitchFamily="18" charset="0"/>
                <a:cs typeface="Times New Roman" panose="02020603050405020304" pitchFamily="18" charset="0"/>
              </a:rPr>
              <a:t>i</a:t>
            </a:r>
            <a:r>
              <a:rPr lang="en-US" sz="4400" dirty="0">
                <a:latin typeface="Times New Roman" panose="02020603050405020304" pitchFamily="18" charset="0"/>
                <a:cs typeface="Times New Roman" panose="02020603050405020304" pitchFamily="18" charset="0"/>
              </a:rPr>
              <a:t> is three."); break;</a:t>
            </a:r>
          </a:p>
          <a:p>
            <a:pPr lvl="1"/>
            <a:r>
              <a:rPr lang="en-US" sz="4400" dirty="0">
                <a:latin typeface="Times New Roman" panose="02020603050405020304" pitchFamily="18" charset="0"/>
                <a:cs typeface="Times New Roman" panose="02020603050405020304" pitchFamily="18" charset="0"/>
              </a:rPr>
              <a:t>	 default:</a:t>
            </a:r>
          </a:p>
          <a:p>
            <a:pPr lvl="1"/>
            <a:r>
              <a:rPr lang="en-US" sz="4400" dirty="0">
                <a:latin typeface="Times New Roman" panose="02020603050405020304" pitchFamily="18" charset="0"/>
                <a:cs typeface="Times New Roman" panose="02020603050405020304" pitchFamily="18" charset="0"/>
              </a:rPr>
              <a:t>	         </a:t>
            </a:r>
            <a:r>
              <a:rPr lang="en-US" sz="4400" dirty="0" err="1">
                <a:latin typeface="Times New Roman" panose="02020603050405020304" pitchFamily="18" charset="0"/>
                <a:cs typeface="Times New Roman" panose="02020603050405020304" pitchFamily="18" charset="0"/>
              </a:rPr>
              <a:t>System.out.println</a:t>
            </a:r>
            <a:r>
              <a:rPr lang="en-US" sz="4400" dirty="0">
                <a:latin typeface="Times New Roman" panose="02020603050405020304" pitchFamily="18" charset="0"/>
                <a:cs typeface="Times New Roman" panose="02020603050405020304" pitchFamily="18" charset="0"/>
              </a:rPr>
              <a:t>("</a:t>
            </a:r>
            <a:r>
              <a:rPr lang="en-US" sz="4400" dirty="0" err="1">
                <a:latin typeface="Times New Roman" panose="02020603050405020304" pitchFamily="18" charset="0"/>
                <a:cs typeface="Times New Roman" panose="02020603050405020304" pitchFamily="18" charset="0"/>
              </a:rPr>
              <a:t>i</a:t>
            </a:r>
            <a:r>
              <a:rPr lang="en-US" sz="4400" dirty="0">
                <a:latin typeface="Times New Roman" panose="02020603050405020304" pitchFamily="18" charset="0"/>
                <a:cs typeface="Times New Roman" panose="02020603050405020304" pitchFamily="18" charset="0"/>
              </a:rPr>
              <a:t> is greater than 3.");</a:t>
            </a:r>
          </a:p>
          <a:p>
            <a:pPr lvl="1"/>
            <a:r>
              <a:rPr lang="en-US" sz="4400" dirty="0">
                <a:latin typeface="Times New Roman" panose="02020603050405020304" pitchFamily="18" charset="0"/>
                <a:cs typeface="Times New Roman" panose="02020603050405020304" pitchFamily="18" charset="0"/>
              </a:rPr>
              <a:t>             }</a:t>
            </a:r>
          </a:p>
          <a:p>
            <a:pPr lvl="1"/>
            <a:r>
              <a:rPr lang="en-US" sz="4400" dirty="0">
                <a:latin typeface="Times New Roman" panose="02020603050405020304" pitchFamily="18" charset="0"/>
                <a:cs typeface="Times New Roman" panose="02020603050405020304" pitchFamily="18" charset="0"/>
              </a:rPr>
              <a:t>       }}</a:t>
            </a:r>
          </a:p>
        </p:txBody>
      </p:sp>
      <p:sp>
        <p:nvSpPr>
          <p:cNvPr id="8" name="AutoShape 7"/>
          <p:cNvSpPr>
            <a:spLocks/>
          </p:cNvSpPr>
          <p:nvPr/>
        </p:nvSpPr>
        <p:spPr bwMode="auto">
          <a:xfrm>
            <a:off x="21617351" y="9870831"/>
            <a:ext cx="5134711" cy="5228492"/>
          </a:xfrm>
          <a:prstGeom prst="borderCallout1">
            <a:avLst>
              <a:gd name="adj1" fmla="val 7144"/>
              <a:gd name="adj2" fmla="val -4167"/>
              <a:gd name="adj3" fmla="val -17138"/>
              <a:gd name="adj4" fmla="val -82745"/>
            </a:avLst>
          </a:prstGeom>
          <a:solidFill>
            <a:schemeClr val="bg1"/>
          </a:solidFill>
          <a:ln w="9525">
            <a:solidFill>
              <a:schemeClr val="tx1"/>
            </a:solidFill>
            <a:miter lim="800000"/>
            <a:headEnd/>
            <a:tailEnd/>
          </a:ln>
          <a:effectLst/>
        </p:spPr>
        <p:txBody>
          <a:bodyPr/>
          <a:lstStyle/>
          <a:p>
            <a:r>
              <a:rPr lang="en-US" sz="4800" b="1" dirty="0">
                <a:latin typeface="Times New Roman" panose="02020603050405020304" pitchFamily="18" charset="0"/>
                <a:cs typeface="Times New Roman" panose="02020603050405020304" pitchFamily="18" charset="0"/>
              </a:rPr>
              <a:t>Output:</a:t>
            </a:r>
          </a:p>
          <a:p>
            <a:r>
              <a:rPr lang="en-US" sz="4800" dirty="0" err="1">
                <a:latin typeface="Times New Roman" panose="02020603050405020304" pitchFamily="18" charset="0"/>
                <a:cs typeface="Times New Roman" panose="02020603050405020304" pitchFamily="18" charset="0"/>
              </a:rPr>
              <a:t>i</a:t>
            </a:r>
            <a:r>
              <a:rPr lang="en-US" sz="4800" dirty="0">
                <a:latin typeface="Times New Roman" panose="02020603050405020304" pitchFamily="18" charset="0"/>
                <a:cs typeface="Times New Roman" panose="02020603050405020304" pitchFamily="18" charset="0"/>
              </a:rPr>
              <a:t> is zero.</a:t>
            </a:r>
          </a:p>
          <a:p>
            <a:r>
              <a:rPr lang="en-US" sz="4800" dirty="0" err="1">
                <a:latin typeface="Times New Roman" panose="02020603050405020304" pitchFamily="18" charset="0"/>
                <a:cs typeface="Times New Roman" panose="02020603050405020304" pitchFamily="18" charset="0"/>
              </a:rPr>
              <a:t>i</a:t>
            </a:r>
            <a:r>
              <a:rPr lang="en-US" sz="4800" dirty="0">
                <a:latin typeface="Times New Roman" panose="02020603050405020304" pitchFamily="18" charset="0"/>
                <a:cs typeface="Times New Roman" panose="02020603050405020304" pitchFamily="18" charset="0"/>
              </a:rPr>
              <a:t> is one.</a:t>
            </a:r>
          </a:p>
          <a:p>
            <a:r>
              <a:rPr lang="en-US" sz="4800" dirty="0" err="1">
                <a:latin typeface="Times New Roman" panose="02020603050405020304" pitchFamily="18" charset="0"/>
                <a:cs typeface="Times New Roman" panose="02020603050405020304" pitchFamily="18" charset="0"/>
              </a:rPr>
              <a:t>i</a:t>
            </a:r>
            <a:r>
              <a:rPr lang="en-US" sz="4800" dirty="0">
                <a:latin typeface="Times New Roman" panose="02020603050405020304" pitchFamily="18" charset="0"/>
                <a:cs typeface="Times New Roman" panose="02020603050405020304" pitchFamily="18" charset="0"/>
              </a:rPr>
              <a:t> is two.</a:t>
            </a:r>
          </a:p>
          <a:p>
            <a:r>
              <a:rPr lang="en-US" sz="4800" dirty="0" err="1">
                <a:latin typeface="Times New Roman" panose="02020603050405020304" pitchFamily="18" charset="0"/>
                <a:cs typeface="Times New Roman" panose="02020603050405020304" pitchFamily="18" charset="0"/>
              </a:rPr>
              <a:t>i</a:t>
            </a:r>
            <a:r>
              <a:rPr lang="en-US" sz="4800" dirty="0">
                <a:latin typeface="Times New Roman" panose="02020603050405020304" pitchFamily="18" charset="0"/>
                <a:cs typeface="Times New Roman" panose="02020603050405020304" pitchFamily="18" charset="0"/>
              </a:rPr>
              <a:t> is three.</a:t>
            </a:r>
          </a:p>
          <a:p>
            <a:r>
              <a:rPr lang="en-US" sz="4800" dirty="0" err="1">
                <a:latin typeface="Times New Roman" panose="02020603050405020304" pitchFamily="18" charset="0"/>
                <a:cs typeface="Times New Roman" panose="02020603050405020304" pitchFamily="18" charset="0"/>
              </a:rPr>
              <a:t>i</a:t>
            </a:r>
            <a:r>
              <a:rPr lang="en-US" sz="4800" dirty="0">
                <a:latin typeface="Times New Roman" panose="02020603050405020304" pitchFamily="18" charset="0"/>
                <a:cs typeface="Times New Roman" panose="02020603050405020304" pitchFamily="18" charset="0"/>
              </a:rPr>
              <a:t> is greater than 3.</a:t>
            </a:r>
          </a:p>
        </p:txBody>
      </p:sp>
    </p:spTree>
    <p:extLst>
      <p:ext uri="{BB962C8B-B14F-4D97-AF65-F5344CB8AC3E}">
        <p14:creationId xmlns:p14="http://schemas.microsoft.com/office/powerpoint/2010/main" val="3537478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656495" y="797168"/>
            <a:ext cx="30230760" cy="2545469"/>
          </a:xfrm>
        </p:spPr>
        <p:txBody>
          <a:bodyPr>
            <a:normAutofit/>
          </a:bodyPr>
          <a:lstStyle/>
          <a:p>
            <a:r>
              <a:rPr lang="en-US" sz="4400" dirty="0">
                <a:latin typeface="Times New Roman" panose="02020603050405020304" pitchFamily="18" charset="0"/>
                <a:cs typeface="Times New Roman" panose="02020603050405020304" pitchFamily="18" charset="0"/>
              </a:rPr>
              <a:t>Flow Control: Java’s Control Statements</a:t>
            </a:r>
            <a:br>
              <a:rPr lang="en-US" sz="8800"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Iteration Statements</a:t>
            </a:r>
            <a:endParaRPr lang="en-US" sz="72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p:txBody>
          <a:bodyPr/>
          <a:lstStyle/>
          <a:p>
            <a:r>
              <a:rPr lang="en-US" sz="4800" dirty="0">
                <a:solidFill>
                  <a:schemeClr val="tx1"/>
                </a:solidFill>
                <a:latin typeface="Times New Roman" panose="02020603050405020304" pitchFamily="18" charset="0"/>
                <a:cs typeface="Times New Roman" panose="02020603050405020304" pitchFamily="18" charset="0"/>
              </a:rPr>
              <a:t>Allow a block of statements to execute repeatedly</a:t>
            </a:r>
          </a:p>
          <a:p>
            <a:pPr lvl="1"/>
            <a:r>
              <a:rPr lang="en-US" sz="4400" dirty="0">
                <a:solidFill>
                  <a:schemeClr val="tx1"/>
                </a:solidFill>
                <a:latin typeface="Times New Roman" panose="02020603050405020304" pitchFamily="18" charset="0"/>
                <a:cs typeface="Times New Roman" panose="02020603050405020304" pitchFamily="18" charset="0"/>
              </a:rPr>
              <a:t>While Loop: Enters the loop if the condition is true</a:t>
            </a:r>
          </a:p>
          <a:p>
            <a:endParaRPr lang="en-US" sz="4800" dirty="0">
              <a:solidFill>
                <a:schemeClr val="tx1"/>
              </a:solidFill>
              <a:latin typeface="Times New Roman" panose="02020603050405020304" pitchFamily="18" charset="0"/>
              <a:cs typeface="Times New Roman" panose="02020603050405020304" pitchFamily="18" charset="0"/>
            </a:endParaRPr>
          </a:p>
          <a:p>
            <a:endParaRPr lang="en-US" sz="4800" dirty="0">
              <a:solidFill>
                <a:schemeClr val="tx1"/>
              </a:solidFill>
              <a:latin typeface="Times New Roman" panose="02020603050405020304" pitchFamily="18" charset="0"/>
              <a:cs typeface="Times New Roman" panose="02020603050405020304" pitchFamily="18" charset="0"/>
            </a:endParaRPr>
          </a:p>
          <a:p>
            <a:endParaRPr lang="en-US" sz="4800" dirty="0">
              <a:solidFill>
                <a:schemeClr val="tx1"/>
              </a:solidFill>
              <a:latin typeface="Times New Roman" panose="02020603050405020304" pitchFamily="18" charset="0"/>
              <a:cs typeface="Times New Roman" panose="02020603050405020304" pitchFamily="18" charset="0"/>
            </a:endParaRPr>
          </a:p>
          <a:p>
            <a:pPr lvl="1"/>
            <a:endParaRPr lang="en-US" sz="4400" dirty="0">
              <a:solidFill>
                <a:schemeClr val="tx1"/>
              </a:solidFill>
              <a:latin typeface="Times New Roman" panose="02020603050405020304" pitchFamily="18" charset="0"/>
              <a:cs typeface="Times New Roman" panose="02020603050405020304" pitchFamily="18" charset="0"/>
            </a:endParaRPr>
          </a:p>
          <a:p>
            <a:pPr lvl="1"/>
            <a:endParaRPr lang="en-US" sz="4400" dirty="0">
              <a:solidFill>
                <a:schemeClr val="tx1"/>
              </a:solidFill>
              <a:latin typeface="Times New Roman" panose="02020603050405020304" pitchFamily="18" charset="0"/>
              <a:cs typeface="Times New Roman" panose="02020603050405020304" pitchFamily="18" charset="0"/>
            </a:endParaRPr>
          </a:p>
          <a:p>
            <a:pPr lvl="1"/>
            <a:endParaRPr lang="en-US" sz="4400" dirty="0">
              <a:solidFill>
                <a:schemeClr val="tx1"/>
              </a:solidFill>
              <a:latin typeface="Times New Roman" panose="02020603050405020304" pitchFamily="18" charset="0"/>
              <a:cs typeface="Times New Roman" panose="02020603050405020304" pitchFamily="18" charset="0"/>
            </a:endParaRPr>
          </a:p>
          <a:p>
            <a:pPr lvl="1"/>
            <a:r>
              <a:rPr lang="en-US" sz="4400" dirty="0">
                <a:solidFill>
                  <a:schemeClr val="tx1"/>
                </a:solidFill>
                <a:latin typeface="Times New Roman" panose="02020603050405020304" pitchFamily="18" charset="0"/>
                <a:cs typeface="Times New Roman" panose="02020603050405020304" pitchFamily="18" charset="0"/>
              </a:rPr>
              <a:t>Do – While Loop: Loop executes at least once even if the condition is false</a:t>
            </a:r>
          </a:p>
          <a:p>
            <a:endParaRPr lang="en-US" sz="4800" dirty="0">
              <a:solidFill>
                <a:schemeClr val="tx1"/>
              </a:solidFill>
              <a:latin typeface="Times New Roman" panose="02020603050405020304" pitchFamily="18" charset="0"/>
              <a:cs typeface="Times New Roman" panose="02020603050405020304" pitchFamily="18" charset="0"/>
            </a:endParaRPr>
          </a:p>
        </p:txBody>
      </p:sp>
      <p:sp>
        <p:nvSpPr>
          <p:cNvPr id="4" name="AutoShape 12"/>
          <p:cNvSpPr>
            <a:spLocks noChangeArrowheads="1"/>
          </p:cNvSpPr>
          <p:nvPr/>
        </p:nvSpPr>
        <p:spPr bwMode="auto">
          <a:xfrm>
            <a:off x="11838554" y="10772297"/>
            <a:ext cx="7645199" cy="3529856"/>
          </a:xfrm>
          <a:prstGeom prst="roundRect">
            <a:avLst>
              <a:gd name="adj" fmla="val 16667"/>
            </a:avLst>
          </a:prstGeom>
          <a:noFill/>
          <a:ln w="9525">
            <a:solidFill>
              <a:schemeClr val="tx1"/>
            </a:solidFill>
            <a:round/>
            <a:headEnd/>
            <a:tailEnd/>
          </a:ln>
          <a:effectLst/>
        </p:spPr>
        <p:txBody>
          <a:bodyPr wrap="none" anchor="ctr"/>
          <a:lstStyle/>
          <a:p>
            <a:pPr lvl="1"/>
            <a:r>
              <a:rPr lang="en-US" sz="4800" dirty="0">
                <a:latin typeface="Times New Roman" panose="02020603050405020304" pitchFamily="18" charset="0"/>
                <a:cs typeface="Times New Roman" panose="02020603050405020304" pitchFamily="18" charset="0"/>
              </a:rPr>
              <a:t>do</a:t>
            </a:r>
          </a:p>
          <a:p>
            <a:pPr lvl="1"/>
            <a:r>
              <a:rPr lang="en-US" sz="4800" dirty="0">
                <a:latin typeface="Times New Roman" panose="02020603050405020304" pitchFamily="18" charset="0"/>
                <a:cs typeface="Times New Roman" panose="02020603050405020304" pitchFamily="18" charset="0"/>
              </a:rPr>
              <a:t>{ //body of the loop </a:t>
            </a:r>
          </a:p>
          <a:p>
            <a:pPr lvl="1"/>
            <a:r>
              <a:rPr lang="en-US" sz="4800" dirty="0">
                <a:latin typeface="Times New Roman" panose="02020603050405020304" pitchFamily="18" charset="0"/>
                <a:cs typeface="Times New Roman" panose="02020603050405020304" pitchFamily="18" charset="0"/>
              </a:rPr>
              <a:t>}  while (condition)</a:t>
            </a:r>
          </a:p>
        </p:txBody>
      </p:sp>
      <p:sp>
        <p:nvSpPr>
          <p:cNvPr id="5" name="AutoShape 11"/>
          <p:cNvSpPr>
            <a:spLocks noChangeArrowheads="1"/>
          </p:cNvSpPr>
          <p:nvPr/>
        </p:nvSpPr>
        <p:spPr bwMode="auto">
          <a:xfrm>
            <a:off x="11838555" y="5618567"/>
            <a:ext cx="8184460" cy="3091252"/>
          </a:xfrm>
          <a:prstGeom prst="roundRect">
            <a:avLst>
              <a:gd name="adj" fmla="val 16667"/>
            </a:avLst>
          </a:prstGeom>
          <a:noFill/>
          <a:ln w="9525">
            <a:solidFill>
              <a:schemeClr val="tx1"/>
            </a:solidFill>
            <a:round/>
            <a:headEnd/>
            <a:tailEnd/>
          </a:ln>
          <a:effectLst/>
        </p:spPr>
        <p:txBody>
          <a:bodyPr wrap="none" anchor="ctr"/>
          <a:lstStyle/>
          <a:p>
            <a:pPr lvl="1"/>
            <a:r>
              <a:rPr lang="en-US" sz="4800" dirty="0">
                <a:latin typeface="Times New Roman" panose="02020603050405020304" pitchFamily="18" charset="0"/>
                <a:cs typeface="Times New Roman" panose="02020603050405020304" pitchFamily="18" charset="0"/>
              </a:rPr>
              <a:t>while (condition)</a:t>
            </a:r>
          </a:p>
          <a:p>
            <a:pPr lvl="1"/>
            <a:r>
              <a:rPr lang="en-US" sz="4800" dirty="0">
                <a:latin typeface="Times New Roman" panose="02020603050405020304" pitchFamily="18" charset="0"/>
                <a:cs typeface="Times New Roman" panose="02020603050405020304" pitchFamily="18" charset="0"/>
              </a:rPr>
              <a:t>{  //body of loop</a:t>
            </a:r>
          </a:p>
          <a:p>
            <a:pPr lvl="1"/>
            <a:r>
              <a:rPr lang="en-US" sz="4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35516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890955" y="914395"/>
            <a:ext cx="31873550" cy="2545469"/>
          </a:xfrm>
        </p:spPr>
        <p:txBody>
          <a:bodyPr>
            <a:normAutofit/>
          </a:bodyPr>
          <a:lstStyle/>
          <a:p>
            <a:r>
              <a:rPr lang="en-US" sz="4400" dirty="0">
                <a:latin typeface="Times New Roman" panose="02020603050405020304" pitchFamily="18" charset="0"/>
                <a:cs typeface="Times New Roman" panose="02020603050405020304" pitchFamily="18" charset="0"/>
              </a:rPr>
              <a:t>Flow Control: Java’s Control Statements</a:t>
            </a:r>
            <a:br>
              <a:rPr lang="en-US" sz="8800"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Iteration Statements</a:t>
            </a:r>
            <a:endParaRPr lang="en-US" sz="72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868593" y="3867115"/>
            <a:ext cx="30833005" cy="11795343"/>
          </a:xfrm>
        </p:spPr>
        <p:txBody>
          <a:bodyPr/>
          <a:lstStyle/>
          <a:p>
            <a:pPr lvl="1"/>
            <a:r>
              <a:rPr lang="en-US" sz="6600" dirty="0">
                <a:solidFill>
                  <a:schemeClr val="tx1"/>
                </a:solidFill>
                <a:latin typeface="Times New Roman" panose="02020603050405020304" pitchFamily="18" charset="0"/>
                <a:cs typeface="Times New Roman" panose="02020603050405020304" pitchFamily="18" charset="0"/>
              </a:rPr>
              <a:t>For Loop:</a:t>
            </a:r>
          </a:p>
          <a:p>
            <a:pPr lvl="1"/>
            <a:endParaRPr lang="en-US" sz="2400" dirty="0">
              <a:solidFill>
                <a:schemeClr val="tx1"/>
              </a:solidFill>
              <a:latin typeface="Times New Roman" panose="02020603050405020304" pitchFamily="18" charset="0"/>
              <a:cs typeface="Times New Roman" panose="02020603050405020304" pitchFamily="18" charset="0"/>
            </a:endParaRPr>
          </a:p>
          <a:p>
            <a:pPr lvl="1"/>
            <a:endParaRPr lang="en-US" sz="2400" dirty="0">
              <a:solidFill>
                <a:schemeClr val="tx1"/>
              </a:solidFill>
              <a:latin typeface="Times New Roman" panose="02020603050405020304" pitchFamily="18" charset="0"/>
              <a:cs typeface="Times New Roman" panose="02020603050405020304" pitchFamily="18" charset="0"/>
            </a:endParaRPr>
          </a:p>
          <a:p>
            <a:pPr marL="174625" lvl="1" indent="0">
              <a:buNone/>
            </a:pPr>
            <a:endParaRPr lang="en-US" sz="2400" dirty="0">
              <a:solidFill>
                <a:schemeClr val="tx1"/>
              </a:solidFill>
              <a:latin typeface="Times New Roman" panose="02020603050405020304" pitchFamily="18" charset="0"/>
              <a:cs typeface="Times New Roman" panose="02020603050405020304" pitchFamily="18" charset="0"/>
            </a:endParaRPr>
          </a:p>
          <a:p>
            <a:pPr marL="174625" lvl="1" indent="0">
              <a:buNone/>
            </a:pPr>
            <a:endParaRPr lang="en-US" sz="2400" dirty="0">
              <a:solidFill>
                <a:schemeClr val="tx1"/>
              </a:solidFill>
              <a:latin typeface="Times New Roman" panose="02020603050405020304" pitchFamily="18" charset="0"/>
              <a:cs typeface="Times New Roman" panose="02020603050405020304" pitchFamily="18" charset="0"/>
            </a:endParaRPr>
          </a:p>
          <a:p>
            <a:pPr marL="174625" lvl="1" indent="0">
              <a:buNone/>
            </a:pPr>
            <a:endParaRPr lang="en-US" sz="2400" dirty="0">
              <a:solidFill>
                <a:schemeClr val="tx1"/>
              </a:solidFill>
              <a:latin typeface="Times New Roman" panose="02020603050405020304" pitchFamily="18" charset="0"/>
              <a:cs typeface="Times New Roman" panose="02020603050405020304" pitchFamily="18" charset="0"/>
            </a:endParaRPr>
          </a:p>
          <a:p>
            <a:pPr marL="174625" lvl="1" indent="0">
              <a:buNone/>
            </a:pPr>
            <a:endParaRPr lang="en-US" sz="2400" dirty="0">
              <a:solidFill>
                <a:schemeClr val="tx1"/>
              </a:solidFill>
              <a:latin typeface="Times New Roman" panose="02020603050405020304" pitchFamily="18" charset="0"/>
              <a:cs typeface="Times New Roman" panose="02020603050405020304" pitchFamily="18" charset="0"/>
            </a:endParaRPr>
          </a:p>
          <a:p>
            <a:pPr marL="174625" lvl="1" indent="0">
              <a:buNone/>
            </a:pPr>
            <a:endParaRPr lang="en-US" sz="2400" dirty="0">
              <a:solidFill>
                <a:schemeClr val="tx1"/>
              </a:solidFill>
              <a:latin typeface="Times New Roman" panose="02020603050405020304" pitchFamily="18" charset="0"/>
              <a:cs typeface="Times New Roman" panose="02020603050405020304" pitchFamily="18" charset="0"/>
            </a:endParaRPr>
          </a:p>
          <a:p>
            <a:pPr marL="174625" lvl="1" indent="0">
              <a:buNone/>
            </a:pPr>
            <a:endParaRPr lang="en-US" sz="2400" dirty="0">
              <a:solidFill>
                <a:schemeClr val="tx1"/>
              </a:solidFill>
              <a:latin typeface="Times New Roman" panose="02020603050405020304" pitchFamily="18" charset="0"/>
              <a:cs typeface="Times New Roman" panose="02020603050405020304" pitchFamily="18" charset="0"/>
            </a:endParaRPr>
          </a:p>
          <a:p>
            <a:pPr lvl="1"/>
            <a:r>
              <a:rPr lang="en-US" sz="7200" dirty="0">
                <a:solidFill>
                  <a:schemeClr val="tx1"/>
                </a:solidFill>
                <a:latin typeface="Times New Roman" panose="02020603050405020304" pitchFamily="18" charset="0"/>
                <a:cs typeface="Times New Roman" panose="02020603050405020304" pitchFamily="18" charset="0"/>
              </a:rPr>
              <a:t>Example</a:t>
            </a:r>
          </a:p>
        </p:txBody>
      </p:sp>
      <p:sp>
        <p:nvSpPr>
          <p:cNvPr id="4" name="AutoShape 4"/>
          <p:cNvSpPr>
            <a:spLocks noChangeArrowheads="1"/>
          </p:cNvSpPr>
          <p:nvPr/>
        </p:nvSpPr>
        <p:spPr bwMode="auto">
          <a:xfrm>
            <a:off x="5133176" y="8526729"/>
            <a:ext cx="13647193" cy="6877394"/>
          </a:xfrm>
          <a:prstGeom prst="roundRect">
            <a:avLst>
              <a:gd name="adj" fmla="val 16667"/>
            </a:avLst>
          </a:prstGeom>
          <a:noFill/>
          <a:ln w="9525">
            <a:solidFill>
              <a:schemeClr val="tx1"/>
            </a:solidFill>
            <a:round/>
            <a:headEnd/>
            <a:tailEnd/>
          </a:ln>
          <a:effectLst/>
        </p:spPr>
        <p:txBody>
          <a:bodyPr wrap="none" anchor="ctr"/>
          <a:lstStyle/>
          <a:p>
            <a:pPr lvl="1"/>
            <a:r>
              <a:rPr lang="en-US" sz="5400" dirty="0">
                <a:latin typeface="Times New Roman" panose="02020603050405020304" pitchFamily="18" charset="0"/>
                <a:cs typeface="Times New Roman" panose="02020603050405020304" pitchFamily="18" charset="0"/>
              </a:rPr>
              <a:t>// Demonstrate the for loop.</a:t>
            </a:r>
          </a:p>
          <a:p>
            <a:pPr lvl="1"/>
            <a:r>
              <a:rPr lang="en-US" sz="5400" dirty="0">
                <a:latin typeface="Times New Roman" panose="02020603050405020304" pitchFamily="18" charset="0"/>
                <a:cs typeface="Times New Roman" panose="02020603050405020304" pitchFamily="18" charset="0"/>
              </a:rPr>
              <a:t>class </a:t>
            </a:r>
            <a:r>
              <a:rPr lang="en-US" sz="5400" dirty="0" err="1">
                <a:latin typeface="Times New Roman" panose="02020603050405020304" pitchFamily="18" charset="0"/>
                <a:cs typeface="Times New Roman" panose="02020603050405020304" pitchFamily="18" charset="0"/>
              </a:rPr>
              <a:t>SampleFor</a:t>
            </a:r>
            <a:r>
              <a:rPr lang="en-US" sz="5400" dirty="0">
                <a:latin typeface="Times New Roman" panose="02020603050405020304" pitchFamily="18" charset="0"/>
                <a:cs typeface="Times New Roman" panose="02020603050405020304" pitchFamily="18" charset="0"/>
              </a:rPr>
              <a:t> {</a:t>
            </a:r>
          </a:p>
          <a:p>
            <a:pPr lvl="1"/>
            <a:r>
              <a:rPr lang="en-US" sz="5400" dirty="0">
                <a:latin typeface="Times New Roman" panose="02020603050405020304" pitchFamily="18" charset="0"/>
                <a:cs typeface="Times New Roman" panose="02020603050405020304" pitchFamily="18" charset="0"/>
              </a:rPr>
              <a:t>     public static void main(String </a:t>
            </a:r>
            <a:r>
              <a:rPr lang="en-US" sz="5400" dirty="0" err="1">
                <a:latin typeface="Times New Roman" panose="02020603050405020304" pitchFamily="18" charset="0"/>
                <a:cs typeface="Times New Roman" panose="02020603050405020304" pitchFamily="18" charset="0"/>
              </a:rPr>
              <a:t>args</a:t>
            </a:r>
            <a:r>
              <a:rPr lang="en-US" sz="5400" dirty="0">
                <a:latin typeface="Times New Roman" panose="02020603050405020304" pitchFamily="18" charset="0"/>
                <a:cs typeface="Times New Roman" panose="02020603050405020304" pitchFamily="18" charset="0"/>
              </a:rPr>
              <a:t>[]) {</a:t>
            </a:r>
          </a:p>
          <a:p>
            <a:pPr lvl="1"/>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int</a:t>
            </a:r>
            <a:r>
              <a:rPr lang="en-US" sz="5400" dirty="0">
                <a:latin typeface="Times New Roman" panose="02020603050405020304" pitchFamily="18" charset="0"/>
                <a:cs typeface="Times New Roman" panose="02020603050405020304" pitchFamily="18" charset="0"/>
              </a:rPr>
              <a:t> number;</a:t>
            </a:r>
          </a:p>
          <a:p>
            <a:pPr lvl="1"/>
            <a:r>
              <a:rPr lang="en-US" sz="5400" dirty="0">
                <a:latin typeface="Times New Roman" panose="02020603050405020304" pitchFamily="18" charset="0"/>
                <a:cs typeface="Times New Roman" panose="02020603050405020304" pitchFamily="18" charset="0"/>
              </a:rPr>
              <a:t>         for(number =5; number &gt;0; n--)</a:t>
            </a:r>
          </a:p>
          <a:p>
            <a:pPr lvl="1"/>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System.out.print</a:t>
            </a:r>
            <a:r>
              <a:rPr lang="en-US" sz="5400" dirty="0">
                <a:latin typeface="Times New Roman" panose="02020603050405020304" pitchFamily="18" charset="0"/>
                <a:cs typeface="Times New Roman" panose="02020603050405020304" pitchFamily="18" charset="0"/>
              </a:rPr>
              <a:t>(number +”\t”);</a:t>
            </a:r>
          </a:p>
          <a:p>
            <a:pPr lvl="1"/>
            <a:r>
              <a:rPr lang="en-US" sz="5400" dirty="0">
                <a:latin typeface="Times New Roman" panose="02020603050405020304" pitchFamily="18" charset="0"/>
                <a:cs typeface="Times New Roman" panose="02020603050405020304" pitchFamily="18" charset="0"/>
              </a:rPr>
              <a:t>     }</a:t>
            </a:r>
          </a:p>
          <a:p>
            <a:pPr lvl="1"/>
            <a:r>
              <a:rPr lang="en-US" sz="54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5" name="AutoShape 8"/>
          <p:cNvSpPr>
            <a:spLocks noChangeArrowheads="1"/>
          </p:cNvSpPr>
          <p:nvPr/>
        </p:nvSpPr>
        <p:spPr bwMode="auto">
          <a:xfrm>
            <a:off x="5531762" y="4368226"/>
            <a:ext cx="12238137" cy="2043551"/>
          </a:xfrm>
          <a:prstGeom prst="roundRect">
            <a:avLst>
              <a:gd name="adj" fmla="val 16667"/>
            </a:avLst>
          </a:prstGeom>
          <a:noFill/>
          <a:ln w="9525">
            <a:solidFill>
              <a:schemeClr val="tx1"/>
            </a:solidFill>
            <a:round/>
            <a:headEnd/>
            <a:tailEnd/>
          </a:ln>
          <a:effectLst/>
        </p:spPr>
        <p:txBody>
          <a:bodyPr wrap="none" anchor="ctr"/>
          <a:lstStyle/>
          <a:p>
            <a:pPr lvl="1"/>
            <a:r>
              <a:rPr lang="en-US" sz="5400" dirty="0">
                <a:latin typeface="Times New Roman" panose="02020603050405020304" pitchFamily="18" charset="0"/>
                <a:cs typeface="Times New Roman" panose="02020603050405020304" pitchFamily="18" charset="0"/>
              </a:rPr>
              <a:t>for( initialization ; condition ; iteration)</a:t>
            </a:r>
          </a:p>
          <a:p>
            <a:pPr lvl="1"/>
            <a:r>
              <a:rPr lang="en-US" sz="5400" dirty="0">
                <a:latin typeface="Times New Roman" panose="02020603050405020304" pitchFamily="18" charset="0"/>
                <a:cs typeface="Times New Roman" panose="02020603050405020304" pitchFamily="18" charset="0"/>
              </a:rPr>
              <a:t>{ //body of the loop }</a:t>
            </a:r>
          </a:p>
        </p:txBody>
      </p:sp>
      <p:sp>
        <p:nvSpPr>
          <p:cNvPr id="8" name="AutoShape 9"/>
          <p:cNvSpPr>
            <a:spLocks noChangeArrowheads="1"/>
          </p:cNvSpPr>
          <p:nvPr/>
        </p:nvSpPr>
        <p:spPr bwMode="auto">
          <a:xfrm>
            <a:off x="20791275" y="10574216"/>
            <a:ext cx="6556628" cy="3607492"/>
          </a:xfrm>
          <a:prstGeom prst="star16">
            <a:avLst>
              <a:gd name="adj" fmla="val 37500"/>
            </a:avLst>
          </a:prstGeom>
          <a:solidFill>
            <a:srgbClr val="DDDDDD"/>
          </a:solidFill>
          <a:ln w="9525">
            <a:solidFill>
              <a:schemeClr val="tx1"/>
            </a:solidFill>
            <a:miter lim="800000"/>
            <a:headEnd/>
            <a:tailEnd/>
          </a:ln>
          <a:effectLst/>
        </p:spPr>
        <p:txBody>
          <a:bodyPr wrap="none" anchor="ctr"/>
          <a:lstStyle/>
          <a:p>
            <a:pPr>
              <a:lnSpc>
                <a:spcPct val="90000"/>
              </a:lnSpc>
              <a:spcBef>
                <a:spcPct val="30000"/>
              </a:spcBef>
            </a:pPr>
            <a:r>
              <a:rPr lang="en-US" sz="4400" b="1" dirty="0">
                <a:latin typeface="Times New Roman" panose="02020603050405020304" pitchFamily="18" charset="0"/>
                <a:cs typeface="Times New Roman" panose="02020603050405020304" pitchFamily="18" charset="0"/>
              </a:rPr>
              <a:t>Output: </a:t>
            </a:r>
            <a:r>
              <a:rPr lang="en-US" sz="4400" dirty="0">
                <a:latin typeface="Times New Roman" panose="02020603050405020304" pitchFamily="18" charset="0"/>
                <a:cs typeface="Times New Roman" panose="02020603050405020304" pitchFamily="18" charset="0"/>
              </a:rPr>
              <a:t>5 4 3 2 1</a:t>
            </a:r>
          </a:p>
        </p:txBody>
      </p:sp>
    </p:spTree>
    <p:extLst>
      <p:ext uri="{BB962C8B-B14F-4D97-AF65-F5344CB8AC3E}">
        <p14:creationId xmlns:p14="http://schemas.microsoft.com/office/powerpoint/2010/main" val="2935516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539264" y="703382"/>
            <a:ext cx="30230760" cy="2545469"/>
          </a:xfrm>
        </p:spPr>
        <p:txBody>
          <a:bodyPr/>
          <a:lstStyle/>
          <a:p>
            <a:r>
              <a:rPr lang="en-US" sz="4400" dirty="0">
                <a:latin typeface="Times New Roman" panose="02020603050405020304" pitchFamily="18" charset="0"/>
                <a:cs typeface="Times New Roman" panose="02020603050405020304" pitchFamily="18" charset="0"/>
              </a:rPr>
              <a:t>Control Structures</a:t>
            </a:r>
            <a:br>
              <a:rPr lang="en-US" sz="8800"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Demo</a:t>
            </a:r>
            <a:endParaRPr lang="en-US" sz="7200"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1526179" y="4500157"/>
            <a:ext cx="21984575" cy="11795343"/>
          </a:xfrm>
        </p:spPr>
        <p:txBody>
          <a:bodyPr/>
          <a:lstStyle/>
          <a:p>
            <a:r>
              <a:rPr lang="en-US" sz="6600" dirty="0">
                <a:solidFill>
                  <a:schemeClr val="tx1"/>
                </a:solidFill>
                <a:latin typeface="Times New Roman" panose="02020603050405020304" pitchFamily="18" charset="0"/>
                <a:cs typeface="Times New Roman" panose="02020603050405020304" pitchFamily="18" charset="0"/>
              </a:rPr>
              <a:t>Data types in Java</a:t>
            </a:r>
          </a:p>
          <a:p>
            <a:r>
              <a:rPr lang="en-US" sz="6600" dirty="0">
                <a:solidFill>
                  <a:schemeClr val="tx1"/>
                </a:solidFill>
                <a:latin typeface="Times New Roman" panose="02020603050405020304" pitchFamily="18" charset="0"/>
                <a:cs typeface="Times New Roman" panose="02020603050405020304" pitchFamily="18" charset="0"/>
              </a:rPr>
              <a:t>Switch Statement using String as expression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633048" y="867505"/>
            <a:ext cx="30230760" cy="2545469"/>
          </a:xfrm>
        </p:spPr>
        <p:txBody>
          <a:bodyPr/>
          <a:lstStyle/>
          <a:p>
            <a:r>
              <a:rPr lang="en-US" sz="4400" dirty="0">
                <a:latin typeface="Times New Roman" panose="02020603050405020304" pitchFamily="18" charset="0"/>
                <a:cs typeface="Times New Roman" panose="02020603050405020304" pitchFamily="18" charset="0"/>
              </a:rPr>
              <a:t>Best Practices</a:t>
            </a:r>
            <a:br>
              <a:rPr lang="en-US" sz="4400"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Best practices: Iteration Statements</a:t>
            </a:r>
            <a:endParaRPr lang="en-US" sz="72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1619960" y="4664280"/>
            <a:ext cx="29243846" cy="11795343"/>
          </a:xfrm>
        </p:spPr>
        <p:txBody>
          <a:bodyPr/>
          <a:lstStyle/>
          <a:p>
            <a:pPr fontAlgn="t"/>
            <a:r>
              <a:rPr lang="en-US" sz="6600" dirty="0">
                <a:solidFill>
                  <a:schemeClr val="tx1"/>
                </a:solidFill>
                <a:latin typeface="Times New Roman" panose="02020603050405020304" pitchFamily="18" charset="0"/>
                <a:cs typeface="Times New Roman" panose="02020603050405020304" pitchFamily="18" charset="0"/>
              </a:rPr>
              <a:t>Always use an </a:t>
            </a:r>
            <a:r>
              <a:rPr lang="en-US" sz="6600" dirty="0" err="1">
                <a:solidFill>
                  <a:schemeClr val="tx1"/>
                </a:solidFill>
                <a:latin typeface="Times New Roman" panose="02020603050405020304" pitchFamily="18" charset="0"/>
                <a:cs typeface="Times New Roman" panose="02020603050405020304" pitchFamily="18" charset="0"/>
              </a:rPr>
              <a:t>int</a:t>
            </a:r>
            <a:r>
              <a:rPr lang="en-US" sz="6600" dirty="0">
                <a:solidFill>
                  <a:schemeClr val="tx1"/>
                </a:solidFill>
                <a:latin typeface="Times New Roman" panose="02020603050405020304" pitchFamily="18" charset="0"/>
                <a:cs typeface="Times New Roman" panose="02020603050405020304" pitchFamily="18" charset="0"/>
              </a:rPr>
              <a:t> data type as the loop index variable whenever possible </a:t>
            </a:r>
          </a:p>
          <a:p>
            <a:r>
              <a:rPr lang="en-US" sz="6600" dirty="0">
                <a:solidFill>
                  <a:schemeClr val="tx1"/>
                </a:solidFill>
                <a:latin typeface="Times New Roman" panose="02020603050405020304" pitchFamily="18" charset="0"/>
                <a:cs typeface="Times New Roman" panose="02020603050405020304" pitchFamily="18" charset="0"/>
              </a:rPr>
              <a:t>Use for-each liberally</a:t>
            </a:r>
          </a:p>
          <a:p>
            <a:pPr fontAlgn="t"/>
            <a:r>
              <a:rPr lang="en-US" sz="6600" dirty="0">
                <a:solidFill>
                  <a:schemeClr val="tx1"/>
                </a:solidFill>
                <a:latin typeface="Times New Roman" panose="02020603050405020304" pitchFamily="18" charset="0"/>
                <a:cs typeface="Times New Roman" panose="02020603050405020304" pitchFamily="18" charset="0"/>
              </a:rPr>
              <a:t>Switch case statement</a:t>
            </a:r>
          </a:p>
          <a:p>
            <a:pPr fontAlgn="t"/>
            <a:r>
              <a:rPr lang="en-US" sz="6600" dirty="0">
                <a:solidFill>
                  <a:schemeClr val="tx1"/>
                </a:solidFill>
                <a:latin typeface="Times New Roman" panose="02020603050405020304" pitchFamily="18" charset="0"/>
                <a:cs typeface="Times New Roman" panose="02020603050405020304" pitchFamily="18" charset="0"/>
              </a:rPr>
              <a:t>Terminating conditions should be against 0</a:t>
            </a:r>
          </a:p>
          <a:p>
            <a:pPr fontAlgn="t"/>
            <a:r>
              <a:rPr lang="en-US" sz="6600" dirty="0">
                <a:solidFill>
                  <a:schemeClr val="tx1"/>
                </a:solidFill>
                <a:latin typeface="Times New Roman" panose="02020603050405020304" pitchFamily="18" charset="0"/>
                <a:cs typeface="Times New Roman" panose="02020603050405020304" pitchFamily="18" charset="0"/>
              </a:rPr>
              <a:t>Loop invariant code motion</a:t>
            </a:r>
          </a:p>
          <a:p>
            <a:pPr algn="just" fontAlgn="t">
              <a:buFont typeface="Arial" pitchFamily="34" charset="0"/>
              <a:buNone/>
            </a:pPr>
            <a:r>
              <a:rPr lang="en-US" sz="6600" dirty="0" err="1">
                <a:solidFill>
                  <a:schemeClr val="tx1"/>
                </a:solidFill>
                <a:latin typeface="Times New Roman" panose="02020603050405020304" pitchFamily="18" charset="0"/>
                <a:cs typeface="Times New Roman" panose="02020603050405020304" pitchFamily="18" charset="0"/>
              </a:rPr>
              <a:t>E.g</a:t>
            </a:r>
            <a:r>
              <a:rPr lang="en-US" sz="6600" dirty="0">
                <a:solidFill>
                  <a:schemeClr val="tx1"/>
                </a:solidFill>
                <a:latin typeface="Times New Roman" panose="02020603050405020304" pitchFamily="18" charset="0"/>
                <a:cs typeface="Times New Roman" panose="02020603050405020304" pitchFamily="18" charset="0"/>
              </a:rPr>
              <a:t> If you call length() in a tight loop, there can be a performance hit.</a:t>
            </a:r>
          </a:p>
          <a:p>
            <a:endParaRPr lang="en-US" sz="6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5516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890956" y="633045"/>
            <a:ext cx="30230760" cy="2545469"/>
          </a:xfrm>
        </p:spPr>
        <p:txBody>
          <a:bodyPr>
            <a:normAutofit/>
          </a:bodyPr>
          <a:lstStyle/>
          <a:p>
            <a:r>
              <a:rPr lang="en-US" sz="8000" dirty="0">
                <a:latin typeface="Times New Roman" panose="02020603050405020304" pitchFamily="18" charset="0"/>
                <a:cs typeface="Times New Roman" panose="02020603050405020304" pitchFamily="18" charset="0"/>
              </a:rPr>
              <a:t>Summary</a:t>
            </a:r>
            <a:endParaRPr lang="en-US" sz="6600"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1877869" y="4429820"/>
            <a:ext cx="22770235" cy="11795343"/>
          </a:xfrm>
        </p:spPr>
        <p:txBody>
          <a:bodyPr/>
          <a:lstStyle/>
          <a:p>
            <a:r>
              <a:rPr lang="en-US" sz="6000" dirty="0">
                <a:solidFill>
                  <a:schemeClr val="tx1"/>
                </a:solidFill>
                <a:latin typeface="Times New Roman" panose="02020603050405020304" pitchFamily="18" charset="0"/>
                <a:cs typeface="Times New Roman" panose="02020603050405020304" pitchFamily="18" charset="0"/>
              </a:rPr>
              <a:t>In this lesson you have learnt:</a:t>
            </a:r>
          </a:p>
          <a:p>
            <a:pPr lvl="1"/>
            <a:r>
              <a:rPr lang="en-US" sz="5400" dirty="0">
                <a:solidFill>
                  <a:schemeClr val="tx1"/>
                </a:solidFill>
                <a:latin typeface="Times New Roman" panose="02020603050405020304" pitchFamily="18" charset="0"/>
                <a:cs typeface="Times New Roman" panose="02020603050405020304" pitchFamily="18" charset="0"/>
              </a:rPr>
              <a:t>Keywords </a:t>
            </a:r>
          </a:p>
          <a:p>
            <a:pPr lvl="1"/>
            <a:r>
              <a:rPr lang="en-US" sz="5400" dirty="0">
                <a:solidFill>
                  <a:schemeClr val="tx1"/>
                </a:solidFill>
                <a:latin typeface="Times New Roman" panose="02020603050405020304" pitchFamily="18" charset="0"/>
                <a:cs typeface="Times New Roman" panose="02020603050405020304" pitchFamily="18" charset="0"/>
              </a:rPr>
              <a:t>Primitive Data Types</a:t>
            </a:r>
          </a:p>
          <a:p>
            <a:pPr lvl="1"/>
            <a:r>
              <a:rPr lang="en-US" sz="5400" dirty="0">
                <a:solidFill>
                  <a:schemeClr val="tx1"/>
                </a:solidFill>
                <a:latin typeface="Times New Roman" panose="02020603050405020304" pitchFamily="18" charset="0"/>
                <a:cs typeface="Times New Roman" panose="02020603050405020304" pitchFamily="18" charset="0"/>
              </a:rPr>
              <a:t>Operators and Assignments </a:t>
            </a:r>
          </a:p>
          <a:p>
            <a:pPr lvl="1"/>
            <a:r>
              <a:rPr lang="en-US" sz="5400" dirty="0">
                <a:solidFill>
                  <a:schemeClr val="tx1"/>
                </a:solidFill>
                <a:latin typeface="Times New Roman" panose="02020603050405020304" pitchFamily="18" charset="0"/>
                <a:cs typeface="Times New Roman" panose="02020603050405020304" pitchFamily="18" charset="0"/>
              </a:rPr>
              <a:t>Variables and Literals </a:t>
            </a:r>
          </a:p>
          <a:p>
            <a:pPr lvl="1"/>
            <a:r>
              <a:rPr lang="en-US" sz="5400" dirty="0">
                <a:solidFill>
                  <a:schemeClr val="tx1"/>
                </a:solidFill>
                <a:latin typeface="Times New Roman" panose="02020603050405020304" pitchFamily="18" charset="0"/>
                <a:cs typeface="Times New Roman" panose="02020603050405020304" pitchFamily="18" charset="0"/>
              </a:rPr>
              <a:t>Flow Control: Java’s Control Statements</a:t>
            </a:r>
          </a:p>
          <a:p>
            <a:pPr lvl="1"/>
            <a:r>
              <a:rPr lang="en-US" sz="5400" dirty="0">
                <a:solidFill>
                  <a:schemeClr val="tx1"/>
                </a:solidFill>
                <a:latin typeface="Times New Roman" panose="02020603050405020304" pitchFamily="18" charset="0"/>
                <a:cs typeface="Times New Roman" panose="02020603050405020304" pitchFamily="18" charset="0"/>
              </a:rPr>
              <a:t>Best Practices</a:t>
            </a:r>
          </a:p>
          <a:p>
            <a:pPr lvl="1"/>
            <a:endParaRPr lang="en-US" sz="5400" dirty="0">
              <a:solidFill>
                <a:schemeClr val="tx1"/>
              </a:solidFill>
              <a:latin typeface="Times New Roman" panose="02020603050405020304" pitchFamily="18" charset="0"/>
              <a:cs typeface="Times New Roman" panose="02020603050405020304" pitchFamily="18" charset="0"/>
            </a:endParaRPr>
          </a:p>
          <a:p>
            <a:pPr lvl="2"/>
            <a:endParaRPr lang="en-US" sz="4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1120145" y="617221"/>
            <a:ext cx="30230760" cy="2545469"/>
          </a:xfrm>
        </p:spPr>
        <p:txBody>
          <a:bodyPr>
            <a:normAutofit/>
          </a:bodyPr>
          <a:lstStyle/>
          <a:p>
            <a:r>
              <a:rPr lang="en-US" sz="7200" dirty="0">
                <a:latin typeface="Times New Roman" panose="02020603050405020304" pitchFamily="18" charset="0"/>
                <a:cs typeface="Times New Roman" panose="02020603050405020304" pitchFamily="18" charset="0"/>
              </a:rPr>
              <a:t>Review Question</a:t>
            </a:r>
            <a:endParaRPr lang="en-US" sz="6000"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2107058" y="4413996"/>
            <a:ext cx="22770235" cy="11795343"/>
          </a:xfrm>
        </p:spPr>
        <p:txBody>
          <a:bodyPr/>
          <a:lstStyle/>
          <a:p>
            <a:r>
              <a:rPr lang="en-US" sz="5400" dirty="0">
                <a:solidFill>
                  <a:schemeClr val="tx1"/>
                </a:solidFill>
                <a:latin typeface="Times New Roman" panose="02020603050405020304" pitchFamily="18" charset="0"/>
                <a:cs typeface="Times New Roman" panose="02020603050405020304" pitchFamily="18" charset="0"/>
              </a:rPr>
              <a:t>Question 1: Java considers variable number and </a:t>
            </a:r>
            <a:r>
              <a:rPr lang="en-US" sz="5400" dirty="0" err="1">
                <a:solidFill>
                  <a:schemeClr val="tx1"/>
                </a:solidFill>
                <a:latin typeface="Times New Roman" panose="02020603050405020304" pitchFamily="18" charset="0"/>
                <a:cs typeface="Times New Roman" panose="02020603050405020304" pitchFamily="18" charset="0"/>
              </a:rPr>
              <a:t>NuMbEr</a:t>
            </a:r>
            <a:r>
              <a:rPr lang="en-US" sz="5400" dirty="0">
                <a:solidFill>
                  <a:schemeClr val="tx1"/>
                </a:solidFill>
                <a:latin typeface="Times New Roman" panose="02020603050405020304" pitchFamily="18" charset="0"/>
                <a:cs typeface="Times New Roman" panose="02020603050405020304" pitchFamily="18" charset="0"/>
              </a:rPr>
              <a:t> to be identical.</a:t>
            </a:r>
          </a:p>
          <a:p>
            <a:pPr lvl="1"/>
            <a:r>
              <a:rPr lang="en-US" sz="4800" dirty="0">
                <a:solidFill>
                  <a:schemeClr val="tx1"/>
                </a:solidFill>
                <a:latin typeface="Times New Roman" panose="02020603050405020304" pitchFamily="18" charset="0"/>
                <a:cs typeface="Times New Roman" panose="02020603050405020304" pitchFamily="18" charset="0"/>
              </a:rPr>
              <a:t>True/False</a:t>
            </a:r>
          </a:p>
          <a:p>
            <a:r>
              <a:rPr lang="en-US" sz="5400" dirty="0">
                <a:solidFill>
                  <a:schemeClr val="tx1"/>
                </a:solidFill>
                <a:latin typeface="Times New Roman" panose="02020603050405020304" pitchFamily="18" charset="0"/>
                <a:cs typeface="Times New Roman" panose="02020603050405020304" pitchFamily="18" charset="0"/>
              </a:rPr>
              <a:t>Question 2: The </a:t>
            </a:r>
            <a:r>
              <a:rPr lang="en-US" sz="5400" i="1" dirty="0">
                <a:solidFill>
                  <a:schemeClr val="tx1"/>
                </a:solidFill>
                <a:latin typeface="Times New Roman" panose="02020603050405020304" pitchFamily="18" charset="0"/>
                <a:cs typeface="Times New Roman" panose="02020603050405020304" pitchFamily="18" charset="0"/>
              </a:rPr>
              <a:t>do...while </a:t>
            </a:r>
            <a:r>
              <a:rPr lang="en-US" sz="5400" dirty="0">
                <a:solidFill>
                  <a:schemeClr val="tx1"/>
                </a:solidFill>
                <a:latin typeface="Times New Roman" panose="02020603050405020304" pitchFamily="18" charset="0"/>
                <a:cs typeface="Times New Roman" panose="02020603050405020304" pitchFamily="18" charset="0"/>
              </a:rPr>
              <a:t>statement tests the loop-continuation condition __________ it executes executing the loop's body; hence, the body executes at least once.</a:t>
            </a:r>
          </a:p>
          <a:p>
            <a:pPr lvl="1"/>
            <a:r>
              <a:rPr lang="en-US" sz="4800" b="1" dirty="0">
                <a:solidFill>
                  <a:schemeClr val="tx1"/>
                </a:solidFill>
                <a:latin typeface="Times New Roman" panose="02020603050405020304" pitchFamily="18" charset="0"/>
                <a:cs typeface="Times New Roman" panose="02020603050405020304" pitchFamily="18" charset="0"/>
              </a:rPr>
              <a:t>Option1: </a:t>
            </a:r>
            <a:r>
              <a:rPr lang="en-US" sz="4800" dirty="0">
                <a:solidFill>
                  <a:schemeClr val="tx1"/>
                </a:solidFill>
                <a:latin typeface="Times New Roman" panose="02020603050405020304" pitchFamily="18" charset="0"/>
                <a:cs typeface="Times New Roman" panose="02020603050405020304" pitchFamily="18" charset="0"/>
              </a:rPr>
              <a:t>before</a:t>
            </a:r>
          </a:p>
          <a:p>
            <a:pPr lvl="1"/>
            <a:r>
              <a:rPr lang="en-US" sz="4800" b="1" dirty="0">
                <a:solidFill>
                  <a:schemeClr val="tx1"/>
                </a:solidFill>
                <a:latin typeface="Times New Roman" panose="02020603050405020304" pitchFamily="18" charset="0"/>
                <a:cs typeface="Times New Roman" panose="02020603050405020304" pitchFamily="18" charset="0"/>
              </a:rPr>
              <a:t>Option2:</a:t>
            </a:r>
            <a:r>
              <a:rPr lang="en-US" sz="4800" dirty="0">
                <a:solidFill>
                  <a:schemeClr val="tx1"/>
                </a:solidFill>
                <a:latin typeface="Times New Roman" panose="02020603050405020304" pitchFamily="18" charset="0"/>
                <a:cs typeface="Times New Roman" panose="02020603050405020304" pitchFamily="18" charset="0"/>
              </a:rPr>
              <a:t> after</a:t>
            </a:r>
          </a:p>
          <a:p>
            <a:pPr lvl="1"/>
            <a:endParaRPr lang="en-US" sz="4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Props1.xml><?xml version="1.0" encoding="utf-8"?>
<ds:datastoreItem xmlns:ds="http://schemas.openxmlformats.org/officeDocument/2006/customXml" ds:itemID="{956CB824-4205-4B8C-ACD2-8302B2019F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docProps/app.xml><?xml version="1.0" encoding="utf-8"?>
<Properties xmlns="http://schemas.openxmlformats.org/officeDocument/2006/extended-properties" xmlns:vt="http://schemas.openxmlformats.org/officeDocument/2006/docPropsVTypes">
  <Template/>
  <TotalTime>5111</TotalTime>
  <Words>3075</Words>
  <Application>Microsoft Office PowerPoint</Application>
  <PresentationFormat>Custom</PresentationFormat>
  <Paragraphs>360</Paragraphs>
  <Slides>22</Slides>
  <Notes>21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31" baseType="lpstr">
      <vt:lpstr>Arial</vt:lpstr>
      <vt:lpstr>Calibri</vt:lpstr>
      <vt:lpstr>Calibri Light</vt:lpstr>
      <vt:lpstr>Candara</vt:lpstr>
      <vt:lpstr>Times New Roman</vt:lpstr>
      <vt:lpstr>Wingdings</vt:lpstr>
      <vt:lpstr>2_Corporate Presentation Template (4x3 - Normal)</vt:lpstr>
      <vt:lpstr>Office Theme</vt:lpstr>
      <vt:lpstr>think-cell Slide</vt:lpstr>
      <vt:lpstr>Java Fundamentals</vt:lpstr>
      <vt:lpstr>Lesson Objectives</vt:lpstr>
      <vt:lpstr>Keywords in Java</vt:lpstr>
      <vt:lpstr> Primitive Data types Java Data types</vt:lpstr>
      <vt:lpstr>Operators and Assignments Operators in Java</vt:lpstr>
      <vt:lpstr>Operators and Assignments Arithmetic Operators</vt:lpstr>
      <vt:lpstr>Operators and Assignments Bitwise Operators</vt:lpstr>
      <vt:lpstr> Operators and Assignments Relational Operators</vt:lpstr>
      <vt:lpstr> Operators and Assignments Logical Operators</vt:lpstr>
      <vt:lpstr>Variables and Literals Variables</vt:lpstr>
      <vt:lpstr>Variables and Literals Types of Variables</vt:lpstr>
      <vt:lpstr> Variables and Literals Types of Variables</vt:lpstr>
      <vt:lpstr>Variables and Literals Literals</vt:lpstr>
      <vt:lpstr>Flow Control: Java’s Control Statements Control Statements</vt:lpstr>
      <vt:lpstr>Flow Control: Java’s Control Statements Selection Statements</vt:lpstr>
      <vt:lpstr>Flow Control: Java’s Control Statements switch case : an example</vt:lpstr>
      <vt:lpstr>Flow Control: Java’s Control Statements Iteration Statements</vt:lpstr>
      <vt:lpstr>Flow Control: Java’s Control Statements Iteration Statements</vt:lpstr>
      <vt:lpstr>Control Structures Demo</vt:lpstr>
      <vt:lpstr>Best Practices Best practices: Iteration Statements</vt:lpstr>
      <vt:lpstr>Summary</vt:lpstr>
      <vt:lpstr>Review Question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Swapna Motupally</cp:lastModifiedBy>
  <cp:revision>223</cp:revision>
  <cp:lastPrinted>2016-07-11T11:31:45Z</cp:lastPrinted>
  <dcterms:created xsi:type="dcterms:W3CDTF">2012-05-18T02:59:15Z</dcterms:created>
  <dcterms:modified xsi:type="dcterms:W3CDTF">2023-10-06T14:30:57Z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