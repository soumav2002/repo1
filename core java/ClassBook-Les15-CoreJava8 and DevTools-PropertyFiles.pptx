
<file path=[Content_Types].xml><?xml version="1.0" encoding="utf-8"?>
<Types xmlns="http://schemas.openxmlformats.org/package/2006/content-types">
  <Override PartName="/ppt/tags/tag8.xml" ContentType="application/vnd.openxmlformats-officedocument.presentationml.tags+xml"/>
  <Override PartName="/ppt/notesSlides/notesSlide2.xml" ContentType="application/vnd.openxmlformats-officedocument.presentationml.notesSlide+xml"/>
  <Override PartName="/customXml/itemProps1.xml" ContentType="application/vnd.openxmlformats-officedocument.customXmlProperties+xml"/>
  <Override PartName="/ppt/slideMasters/slideMaster1.xml" ContentType="application/vnd.openxmlformats-officedocument.presentationml.slideMaster+xml"/>
  <Override PartName="/ppt/slides/slide4.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Layouts/slideLayout17.xml" ContentType="application/vnd.openxmlformats-officedocument.presentationml.slideLayout+xml"/>
  <Override PartName="/ppt/tags/tag4.xml" ContentType="application/vnd.openxmlformats-officedocument.presentationml.tags+xml"/>
  <Override PartName="/ppt/theme/theme3.xml" ContentType="application/vnd.openxmlformats-officedocument.them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15.xml" ContentType="application/vnd.openxmlformats-officedocument.presentationml.slideLayout+xml"/>
  <Override PartName="/ppt/tags/tag2.xml" ContentType="application/vnd.openxmlformats-officedocument.presentationml.tags+xml"/>
  <Default Extension="rels" ContentType="application/vnd.openxmlformats-package.relationships+xml"/>
  <Default Extension="xml" ContentType="application/xml"/>
  <Override PartName="/ppt/notesMasters/notesMaster1.xml" ContentType="application/vnd.openxmlformats-officedocument.presentationml.notesMaster+xml"/>
  <Override PartName="/ppt/slideLayouts/slideLayout13.xml" ContentType="application/vnd.openxmlformats-officedocument.presentationml.slideLayout+xml"/>
  <Override PartName="/ppt/tags/tag29.xml" ContentType="application/vnd.openxmlformats-officedocument.presentationml.tags+xml"/>
  <Override PartName="/ppt/slides/slide10.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tags/tag16.xml" ContentType="application/vnd.openxmlformats-officedocument.presentationml.tags+xml"/>
  <Override PartName="/ppt/tags/tag18.xml" ContentType="application/vnd.openxmlformats-officedocument.presentationml.tags+xml"/>
  <Override PartName="/ppt/tags/tag27.xml" ContentType="application/vnd.openxmlformats-officedocument.presentationml.tags+xml"/>
  <Override PartName="/ppt/tags/tag36.xml" ContentType="application/vnd.openxmlformats-officedocument.presentationml.tags+xml"/>
  <Override PartName="/docProps/custom.xml" ContentType="application/vnd.openxmlformats-officedocument.custom-properties+xml"/>
  <Override PartName="/ppt/tags/tag14.xml" ContentType="application/vnd.openxmlformats-officedocument.presentationml.tags+xml"/>
  <Override PartName="/ppt/tags/tag25.xml" ContentType="application/vnd.openxmlformats-officedocument.presentationml.tags+xml"/>
  <Override PartName="/ppt/tags/tag34.xml" ContentType="application/vnd.openxmlformats-officedocument.presentationml.tags+xml"/>
  <Override PartName="/ppt/notesSlides/notesSlide9.xml" ContentType="application/vnd.openxmlformats-officedocument.presentationml.notesSlide+xml"/>
  <Override PartName="/ppt/notesSlides/notesSlide12.xml" ContentType="application/vnd.openxmlformats-officedocument.presentationml.notesSlide+xml"/>
  <Override PartName="/ppt/tags/tag12.xml" ContentType="application/vnd.openxmlformats-officedocument.presentationml.tags+xml"/>
  <Override PartName="/ppt/tags/tag23.xml" ContentType="application/vnd.openxmlformats-officedocument.presentationml.tags+xml"/>
  <Override PartName="/ppt/tags/tag32.xml" ContentType="application/vnd.openxmlformats-officedocument.presentationml.tags+xml"/>
  <Override PartName="/ppt/notesSlides/notesSlide7.xml" ContentType="application/vnd.openxmlformats-officedocument.presentationml.notesSlide+xml"/>
  <Override PartName="/ppt/notesSlides/notesSlide10.xml" ContentType="application/vnd.openxmlformats-officedocument.presentationml.notesSlide+xml"/>
  <Override PartName="/ppt/slides/slide7.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tags/tag9.xml" ContentType="application/vnd.openxmlformats-officedocument.presentationml.tags+xml"/>
  <Override PartName="/ppt/tags/tag10.xml" ContentType="application/vnd.openxmlformats-officedocument.presentationml.tags+xml"/>
  <Override PartName="/ppt/tags/tag21.xml" ContentType="application/vnd.openxmlformats-officedocument.presentationml.tags+xml"/>
  <Override PartName="/ppt/tags/tag30.xml" ContentType="application/vnd.openxmlformats-officedocument.presentationml.tags+xml"/>
  <Override PartName="/ppt/notesSlides/notesSlide5.xml" ContentType="application/vnd.openxmlformats-officedocument.presentationml.notesSlide+xml"/>
  <Override PartName="/customXml/itemProps2.xml" ContentType="application/vnd.openxmlformats-officedocument.customXmlProperties+xml"/>
  <Override PartName="/ppt/slides/slide5.xml" ContentType="application/vnd.openxmlformats-officedocument.presentationml.slide+xml"/>
  <Override PartName="/ppt/slideLayouts/slideLayout7.xml" ContentType="application/vnd.openxmlformats-officedocument.presentationml.slideLayout+xml"/>
  <Default Extension="bin" ContentType="application/vnd.openxmlformats-officedocument.oleObject"/>
  <Override PartName="/ppt/tags/tag7.xml" ContentType="application/vnd.openxmlformats-officedocument.presentationml.tags+xml"/>
  <Default Extension="png" ContentType="image/png"/>
  <Override PartName="/ppt/notesSlides/notesSlide1.xml" ContentType="application/vnd.openxmlformats-officedocument.presentationml.notesSlide+xml"/>
  <Override PartName="/ppt/notesSlides/notesSlide3.xml" ContentType="application/vnd.openxmlformats-officedocument.presentationml.notesSlide+xml"/>
  <Override PartName="/ppt/slides/slide3.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ags/tag5.xml" ContentType="application/vnd.openxmlformats-officedocument.presentationml.tags+xml"/>
  <Override PartName="/ppt/theme/theme2.xml" ContentType="application/vnd.openxmlformats-officedocument.theme+xml"/>
  <Override PartName="/ppt/slides/slide1.xml" ContentType="application/vnd.openxmlformats-officedocument.presentationml.slide+xml"/>
  <Override PartName="/ppt/slideLayouts/slideLayout3.xml" ContentType="application/vnd.openxmlformats-officedocument.presentationml.slideLayout+xml"/>
  <Override PartName="/ppt/slideLayouts/slideLayout16.xml" ContentType="application/vnd.openxmlformats-officedocument.presentationml.slideLayout+xml"/>
  <Default Extension="emf" ContentType="image/x-emf"/>
  <Override PartName="/ppt/tags/tag3.xml" ContentType="application/vnd.openxmlformats-officedocument.presentationml.tags+xml"/>
  <Default Extension="jpeg" ContentType="image/jpeg"/>
  <Override PartName="/ppt/presentation.xml" ContentType="application/vnd.openxmlformats-officedocument.presentationml.presentation.main+xml"/>
  <Override PartName="/ppt/slides/slide13.xml" ContentType="application/vnd.openxmlformats-officedocument.presentationml.slide+xml"/>
  <Override PartName="/ppt/slideLayouts/slideLayout1.xml" ContentType="application/vnd.openxmlformats-officedocument.presentationml.slideLayout+xml"/>
  <Override PartName="/ppt/slideLayouts/slideLayout14.xml" ContentType="application/vnd.openxmlformats-officedocument.presentationml.slideLayout+xml"/>
  <Override PartName="/ppt/tags/tag1.xml" ContentType="application/vnd.openxmlformats-officedocument.presentationml.tags+xml"/>
  <Override PartName="/ppt/tags/tag19.xml" ContentType="application/vnd.openxmlformats-officedocument.presentationml.tags+xml"/>
  <Override PartName="/ppt/tags/tag28.xml" ContentType="application/vnd.openxmlformats-officedocument.presentationml.tags+xml"/>
  <Override PartName="/docProps/app.xml" ContentType="application/vnd.openxmlformats-officedocument.extended-properties+xml"/>
  <Override PartName="/ppt/slides/slide11.xml" ContentType="application/vnd.openxmlformats-officedocument.presentationml.slide+xml"/>
  <Override PartName="/ppt/slideLayouts/slideLayout12.xml" ContentType="application/vnd.openxmlformats-officedocument.presentationml.slideLayout+xml"/>
  <Override PartName="/ppt/tags/tag17.xml" ContentType="application/vnd.openxmlformats-officedocument.presentationml.tags+xml"/>
  <Override PartName="/ppt/tags/tag26.xml" ContentType="application/vnd.openxmlformats-officedocument.presentationml.tags+xml"/>
  <Override PartName="/ppt/tags/tag35.xml" ContentType="application/vnd.openxmlformats-officedocument.presentationml.tags+xml"/>
  <Override PartName="/ppt/notesSlides/notesSlide13.xml" ContentType="application/vnd.openxmlformats-officedocument.presentationml.notesSlide+xml"/>
  <Override PartName="/ppt/slideLayouts/slideLayout10.xml" ContentType="application/vnd.openxmlformats-officedocument.presentationml.slideLayout+xml"/>
  <Default Extension="vml" ContentType="application/vnd.openxmlformats-officedocument.vmlDrawing"/>
  <Override PartName="/ppt/tags/tag15.xml" ContentType="application/vnd.openxmlformats-officedocument.presentationml.tags+xml"/>
  <Override PartName="/ppt/tags/tag24.xml" ContentType="application/vnd.openxmlformats-officedocument.presentationml.tags+xml"/>
  <Override PartName="/ppt/tags/tag33.xml" ContentType="application/vnd.openxmlformats-officedocument.presentationml.tags+xml"/>
  <Override PartName="/ppt/notesSlides/notesSlide8.xml" ContentType="application/vnd.openxmlformats-officedocument.presentationml.notesSlide+xml"/>
  <Override PartName="/ppt/notesSlides/notesSlide11.xml" ContentType="application/vnd.openxmlformats-officedocument.presentationml.notesSlide+xml"/>
  <Override PartName="/ppt/tags/tag13.xml" ContentType="application/vnd.openxmlformats-officedocument.presentationml.tags+xml"/>
  <Override PartName="/ppt/tags/tag22.xml" ContentType="application/vnd.openxmlformats-officedocument.presentationml.tags+xml"/>
  <Override PartName="/ppt/tags/tag31.xml" ContentType="application/vnd.openxmlformats-officedocument.presentationml.tags+xml"/>
  <Override PartName="/ppt/notesSlides/notesSlide6.xml" ContentType="application/vnd.openxmlformats-officedocument.presentationml.notesSlide+xml"/>
  <Override PartName="/ppt/slides/slide8.xml" ContentType="application/vnd.openxmlformats-officedocument.presentationml.slide+xml"/>
  <Override PartName="/ppt/handoutMasters/handoutMaster1.xml" ContentType="application/vnd.openxmlformats-officedocument.presentationml.handoutMaster+xml"/>
  <Override PartName="/ppt/tags/tag11.xml" ContentType="application/vnd.openxmlformats-officedocument.presentationml.tags+xml"/>
  <Override PartName="/ppt/tags/tag20.xml" ContentType="application/vnd.openxmlformats-officedocument.presentationml.tags+xml"/>
  <Override PartName="/ppt/notesSlides/notesSlide4.xml" ContentType="application/vnd.openxmlformats-officedocument.presentationml.notesSlide+xml"/>
  <Override PartName="/docProps/core.xml" ContentType="application/vnd.openxmlformats-package.core-properties+xml"/>
  <Override PartName="/customXml/itemProps3.xml" ContentType="application/vnd.openxmlformats-officedocument.customXmlProperties+xml"/>
  <Override PartName="/ppt/slides/slide6.xml" ContentType="application/vnd.openxmlformats-officedocument.presentationml.slide+xml"/>
  <Override PartName="/ppt/slideLayouts/slideLayout8.xml" ContentType="application/vnd.openxmlformats-officedocument.presentationml.slideLayout+xml"/>
  <Override PartName="/ppt/tags/tag6.xml" ContentType="application/vnd.openxmlformats-officedocument.presentationml.tag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0" r:id="rId4"/>
  </p:sldMasterIdLst>
  <p:notesMasterIdLst>
    <p:notesMasterId r:id="rId18"/>
  </p:notesMasterIdLst>
  <p:handoutMasterIdLst>
    <p:handoutMasterId r:id="rId19"/>
  </p:handoutMasterIdLst>
  <p:sldIdLst>
    <p:sldId id="278" r:id="rId5"/>
    <p:sldId id="259" r:id="rId6"/>
    <p:sldId id="266" r:id="rId7"/>
    <p:sldId id="267" r:id="rId8"/>
    <p:sldId id="268" r:id="rId9"/>
    <p:sldId id="269" r:id="rId10"/>
    <p:sldId id="270" r:id="rId11"/>
    <p:sldId id="271" r:id="rId12"/>
    <p:sldId id="272" r:id="rId13"/>
    <p:sldId id="273" r:id="rId14"/>
    <p:sldId id="275" r:id="rId15"/>
    <p:sldId id="276" r:id="rId16"/>
    <p:sldId id="277" r:id="rId17"/>
  </p:sldIdLst>
  <p:sldSz cx="9144000" cy="6858000" type="screen4x3"/>
  <p:notesSz cx="7315200" cy="96012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FF9900"/>
    <a:srgbClr val="993300"/>
  </p:clrMru>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Lst>
</p:presentationPr>
</file>

<file path=ppt/tableStyles.xml><?xml version="1.0" encoding="utf-8"?>
<a:tblStyleLst xmlns:a="http://schemas.openxmlformats.org/drawingml/2006/main" def="{5C22544A-7EE6-4342-B048-85BDC9FD1C3A}">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6378" autoAdjust="0"/>
    <p:restoredTop sz="92552" autoAdjust="0"/>
  </p:normalViewPr>
  <p:slideViewPr>
    <p:cSldViewPr snapToGrid="0" showGuides="1">
      <p:cViewPr>
        <p:scale>
          <a:sx n="70" d="100"/>
          <a:sy n="70" d="100"/>
        </p:scale>
        <p:origin x="-1776" y="-322"/>
      </p:cViewPr>
      <p:guideLst>
        <p:guide orient="horz" pos="2160"/>
        <p:guide pos="249"/>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snapToGrid="0">
      <p:cViewPr>
        <p:scale>
          <a:sx n="80" d="100"/>
          <a:sy n="80" d="100"/>
        </p:scale>
        <p:origin x="-1848" y="-72"/>
      </p:cViewPr>
      <p:guideLst>
        <p:guide orient="horz" pos="2813"/>
        <p:guide pos="1235"/>
      </p:guideLst>
    </p:cSldViewPr>
  </p:notes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heme" Target="theme/theme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1.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480060"/>
          </a:xfrm>
          <a:prstGeom prst="rect">
            <a:avLst/>
          </a:prstGeom>
        </p:spPr>
        <p:txBody>
          <a:bodyPr vert="horz" lIns="96661" tIns="48331" rIns="96661" bIns="48331" rtlCol="0"/>
          <a:lstStyle>
            <a:lvl1pPr algn="l">
              <a:defRPr sz="1300"/>
            </a:lvl1pPr>
          </a:lstStyle>
          <a:p>
            <a:endParaRPr lang="en-US"/>
          </a:p>
        </p:txBody>
      </p:sp>
      <p:sp>
        <p:nvSpPr>
          <p:cNvPr id="3" name="Date Placeholder 2"/>
          <p:cNvSpPr>
            <a:spLocks noGrp="1"/>
          </p:cNvSpPr>
          <p:nvPr>
            <p:ph type="dt" sz="quarter" idx="1"/>
          </p:nvPr>
        </p:nvSpPr>
        <p:spPr>
          <a:xfrm>
            <a:off x="4143587" y="0"/>
            <a:ext cx="3169920" cy="480060"/>
          </a:xfrm>
          <a:prstGeom prst="rect">
            <a:avLst/>
          </a:prstGeom>
        </p:spPr>
        <p:txBody>
          <a:bodyPr vert="horz" lIns="96661" tIns="48331" rIns="96661" bIns="48331" rtlCol="0"/>
          <a:lstStyle>
            <a:lvl1pPr algn="r">
              <a:defRPr sz="1300"/>
            </a:lvl1pPr>
          </a:lstStyle>
          <a:p>
            <a:fld id="{DB228672-4337-41E0-A109-2BF6C0A0EED5}" type="datetimeFigureOut">
              <a:rPr lang="en-US" smtClean="0"/>
              <a:pPr/>
              <a:t>9/20/2022</a:t>
            </a:fld>
            <a:endParaRPr lang="en-US"/>
          </a:p>
        </p:txBody>
      </p:sp>
      <p:sp>
        <p:nvSpPr>
          <p:cNvPr id="4" name="Footer Placeholder 3"/>
          <p:cNvSpPr>
            <a:spLocks noGrp="1"/>
          </p:cNvSpPr>
          <p:nvPr>
            <p:ph type="ftr" sz="quarter" idx="2"/>
          </p:nvPr>
        </p:nvSpPr>
        <p:spPr>
          <a:xfrm>
            <a:off x="0" y="9119474"/>
            <a:ext cx="3169920" cy="480060"/>
          </a:xfrm>
          <a:prstGeom prst="rect">
            <a:avLst/>
          </a:prstGeom>
        </p:spPr>
        <p:txBody>
          <a:bodyPr vert="horz" lIns="96661" tIns="48331" rIns="96661" bIns="48331" rtlCol="0" anchor="b"/>
          <a:lstStyle>
            <a:lvl1pPr algn="l">
              <a:defRPr sz="1300"/>
            </a:lvl1pPr>
          </a:lstStyle>
          <a:p>
            <a:r>
              <a:rPr lang="en-US" smtClean="0"/>
              <a:t>Page XX-#</a:t>
            </a:r>
            <a:endParaRPr lang="en-US"/>
          </a:p>
        </p:txBody>
      </p:sp>
      <p:sp>
        <p:nvSpPr>
          <p:cNvPr id="5" name="Slide Number Placeholder 4"/>
          <p:cNvSpPr>
            <a:spLocks noGrp="1"/>
          </p:cNvSpPr>
          <p:nvPr>
            <p:ph type="sldNum" sz="quarter" idx="3"/>
          </p:nvPr>
        </p:nvSpPr>
        <p:spPr>
          <a:xfrm>
            <a:off x="4143587" y="9119474"/>
            <a:ext cx="3169920" cy="480060"/>
          </a:xfrm>
          <a:prstGeom prst="rect">
            <a:avLst/>
          </a:prstGeom>
        </p:spPr>
        <p:txBody>
          <a:bodyPr vert="horz" lIns="96661" tIns="48331" rIns="96661" bIns="48331" rtlCol="0" anchor="b"/>
          <a:lstStyle>
            <a:lvl1pPr algn="r">
              <a:defRPr sz="1300"/>
            </a:lvl1pPr>
          </a:lstStyle>
          <a:p>
            <a:fld id="{0381AB50-9623-476D-A480-EBA540222513}" type="slidenum">
              <a:rPr lang="en-US" smtClean="0"/>
              <a:pPr/>
              <a:t>‹#›</a:t>
            </a:fld>
            <a:endParaRPr lang="en-US"/>
          </a:p>
        </p:txBody>
      </p:sp>
    </p:spTree>
    <p:extLst>
      <p:ext uri="{BB962C8B-B14F-4D97-AF65-F5344CB8AC3E}">
        <p14:creationId xmlns:p14="http://schemas.microsoft.com/office/powerpoint/2010/main" xmlns="" val="2812618692"/>
      </p:ext>
    </p:extLst>
  </p:cSld>
  <p:clrMap bg1="lt1" tx1="dk1" bg2="lt2" tx2="dk2" accent1="accent1" accent2="accent2" accent3="accent3" accent4="accent4" accent5="accent5" accent6="accent6" hlink="hlink" folHlink="folHlink"/>
  <p:hf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1990725" y="720725"/>
            <a:ext cx="4800600" cy="3600450"/>
          </a:xfrm>
          <a:prstGeom prst="rect">
            <a:avLst/>
          </a:prstGeom>
          <a:noFill/>
          <a:ln w="12700">
            <a:solidFill>
              <a:prstClr val="black"/>
            </a:solidFill>
          </a:ln>
        </p:spPr>
        <p:txBody>
          <a:bodyPr vert="horz" lIns="96661" tIns="48331" rIns="96661" bIns="48331" rtlCol="0" anchor="ctr"/>
          <a:lstStyle/>
          <a:p>
            <a:r>
              <a:rPr lang="en-US" dirty="0" smtClean="0"/>
              <a:t>text</a:t>
            </a:r>
            <a:endParaRPr lang="en-US" dirty="0"/>
          </a:p>
        </p:txBody>
      </p:sp>
      <p:sp>
        <p:nvSpPr>
          <p:cNvPr id="5" name="Notes Placeholder 4"/>
          <p:cNvSpPr>
            <a:spLocks noGrp="1"/>
          </p:cNvSpPr>
          <p:nvPr>
            <p:ph type="body" sz="quarter" idx="3"/>
          </p:nvPr>
        </p:nvSpPr>
        <p:spPr>
          <a:xfrm>
            <a:off x="1960881" y="4465558"/>
            <a:ext cx="4924433" cy="4302599"/>
          </a:xfrm>
          <a:prstGeom prst="rect">
            <a:avLst/>
          </a:prstGeom>
        </p:spPr>
        <p:txBody>
          <a:bodyPr vert="horz" lIns="96661" tIns="48331" rIns="96661" bIns="48331" rtlCol="0">
            <a:norm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10" name="Line 8"/>
          <p:cNvSpPr>
            <a:spLocks noChangeShapeType="1"/>
          </p:cNvSpPr>
          <p:nvPr/>
        </p:nvSpPr>
        <p:spPr bwMode="auto">
          <a:xfrm>
            <a:off x="1706880" y="580073"/>
            <a:ext cx="0" cy="8401050"/>
          </a:xfrm>
          <a:prstGeom prst="line">
            <a:avLst/>
          </a:prstGeom>
          <a:noFill/>
          <a:ln w="9525">
            <a:solidFill>
              <a:schemeClr val="tx1"/>
            </a:solidFill>
            <a:round/>
            <a:headEnd/>
            <a:tailEnd/>
          </a:ln>
          <a:effectLst/>
        </p:spPr>
        <p:txBody>
          <a:bodyPr lIns="96661" tIns="48331" rIns="96661" bIns="48331"/>
          <a:lstStyle/>
          <a:p>
            <a:endParaRPr lang="en-US"/>
          </a:p>
        </p:txBody>
      </p:sp>
      <p:sp>
        <p:nvSpPr>
          <p:cNvPr id="11" name="Rectangle 14"/>
          <p:cNvSpPr>
            <a:spLocks noChangeArrowheads="1"/>
          </p:cNvSpPr>
          <p:nvPr/>
        </p:nvSpPr>
        <p:spPr bwMode="auto">
          <a:xfrm>
            <a:off x="257387" y="160021"/>
            <a:ext cx="6934201" cy="325041"/>
          </a:xfrm>
          <a:prstGeom prst="rect">
            <a:avLst/>
          </a:prstGeom>
          <a:noFill/>
          <a:ln w="9525">
            <a:noFill/>
            <a:miter lim="800000"/>
            <a:headEnd/>
            <a:tailEnd/>
          </a:ln>
          <a:effectLst/>
        </p:spPr>
        <p:txBody>
          <a:bodyPr lIns="97725" tIns="48862" rIns="97725" bIns="48862"/>
          <a:lstStyle/>
          <a:p>
            <a:pPr marL="0" marR="0" indent="0" algn="l" defTabSz="966612" rtl="0" eaLnBrk="1" fontAlgn="auto" latinLnBrk="0" hangingPunct="1">
              <a:lnSpc>
                <a:spcPct val="100000"/>
              </a:lnSpc>
              <a:spcBef>
                <a:spcPts val="0"/>
              </a:spcBef>
              <a:spcAft>
                <a:spcPts val="0"/>
              </a:spcAft>
              <a:buClrTx/>
              <a:buSzTx/>
              <a:buFontTx/>
              <a:buNone/>
              <a:tabLst/>
              <a:defRPr/>
            </a:pPr>
            <a:r>
              <a:rPr lang="en-US" sz="1300" dirty="0" smtClean="0">
                <a:latin typeface="Arial" pitchFamily="34" charset="0"/>
                <a:cs typeface="Arial" pitchFamily="34" charset="0"/>
              </a:rPr>
              <a:t>Core Java 8 and Development Tools         	                                Property</a:t>
            </a:r>
            <a:r>
              <a:rPr lang="en-US" sz="1300" baseline="0" dirty="0" smtClean="0">
                <a:latin typeface="Arial" pitchFamily="34" charset="0"/>
                <a:cs typeface="Arial" pitchFamily="34" charset="0"/>
              </a:rPr>
              <a:t> Files</a:t>
            </a:r>
            <a:r>
              <a:rPr lang="en-US" sz="1300" dirty="0" smtClean="0">
                <a:latin typeface="Arial" pitchFamily="34" charset="0"/>
                <a:cs typeface="Arial" pitchFamily="34" charset="0"/>
              </a:rPr>
              <a:t>		</a:t>
            </a:r>
            <a:endParaRPr lang="en-US" dirty="0">
              <a:latin typeface="Arial" pitchFamily="34" charset="0"/>
              <a:cs typeface="Arial" pitchFamily="34" charset="0"/>
            </a:endParaRPr>
          </a:p>
        </p:txBody>
      </p:sp>
      <p:sp>
        <p:nvSpPr>
          <p:cNvPr id="12" name="Rectangle 14"/>
          <p:cNvSpPr>
            <a:spLocks noChangeArrowheads="1"/>
          </p:cNvSpPr>
          <p:nvPr/>
        </p:nvSpPr>
        <p:spPr bwMode="auto">
          <a:xfrm>
            <a:off x="3986312" y="8780712"/>
            <a:ext cx="2946699" cy="334194"/>
          </a:xfrm>
          <a:prstGeom prst="rect">
            <a:avLst/>
          </a:prstGeom>
          <a:noFill/>
          <a:ln w="9525">
            <a:noFill/>
            <a:miter lim="800000"/>
            <a:headEnd/>
            <a:tailEnd/>
          </a:ln>
          <a:effectLst/>
        </p:spPr>
        <p:txBody>
          <a:bodyPr lIns="97725" tIns="48862" rIns="97725" bIns="48862"/>
          <a:lstStyle/>
          <a:p>
            <a:pPr marL="0" marR="0" indent="0" algn="l" defTabSz="966612" rtl="0" eaLnBrk="1" fontAlgn="auto" latinLnBrk="0" hangingPunct="1">
              <a:lnSpc>
                <a:spcPct val="100000"/>
              </a:lnSpc>
              <a:spcBef>
                <a:spcPts val="0"/>
              </a:spcBef>
              <a:spcAft>
                <a:spcPts val="0"/>
              </a:spcAft>
              <a:buClrTx/>
              <a:buSzTx/>
              <a:buFontTx/>
              <a:buNone/>
              <a:tabLst/>
              <a:defRPr/>
            </a:pPr>
            <a:r>
              <a:rPr lang="en-US" sz="1100" dirty="0" smtClean="0">
                <a:latin typeface="Arial" pitchFamily="34" charset="0"/>
                <a:cs typeface="Arial" pitchFamily="34" charset="0"/>
              </a:rPr>
              <a:t>		 Page 17-</a:t>
            </a:r>
            <a:fld id="{BD9FB300-F9DC-4669-88F4-967ABA23CC04}" type="slidenum">
              <a:rPr lang="en-US" sz="1100" smtClean="0">
                <a:latin typeface="Arial" pitchFamily="34" charset="0"/>
                <a:cs typeface="Arial" pitchFamily="34" charset="0"/>
              </a:rPr>
              <a:pPr marL="0" marR="0" indent="0" algn="l" defTabSz="966612" rtl="0" eaLnBrk="1" fontAlgn="auto" latinLnBrk="0" hangingPunct="1">
                <a:lnSpc>
                  <a:spcPct val="100000"/>
                </a:lnSpc>
                <a:spcBef>
                  <a:spcPts val="0"/>
                </a:spcBef>
                <a:spcAft>
                  <a:spcPts val="0"/>
                </a:spcAft>
                <a:buClrTx/>
                <a:buSzTx/>
                <a:buFontTx/>
                <a:buNone/>
                <a:tabLst/>
                <a:defRPr/>
              </a:pPr>
              <a:t>‹#›</a:t>
            </a:fld>
            <a:r>
              <a:rPr lang="en-US" sz="1100" dirty="0" smtClean="0">
                <a:latin typeface="Arial" pitchFamily="34" charset="0"/>
                <a:cs typeface="Arial" pitchFamily="34" charset="0"/>
              </a:rPr>
              <a:t> </a:t>
            </a:r>
          </a:p>
          <a:p>
            <a:r>
              <a:rPr lang="en-US" sz="1100" dirty="0" smtClean="0">
                <a:latin typeface="Arial" pitchFamily="34" charset="0"/>
                <a:cs typeface="Arial" pitchFamily="34" charset="0"/>
              </a:rPr>
              <a:t>  </a:t>
            </a:r>
            <a:endParaRPr lang="en-US" sz="1100" dirty="0">
              <a:latin typeface="Arial" pitchFamily="34" charset="0"/>
              <a:cs typeface="Arial" pitchFamily="34" charset="0"/>
            </a:endParaRPr>
          </a:p>
        </p:txBody>
      </p:sp>
    </p:spTree>
    <p:extLst>
      <p:ext uri="{BB962C8B-B14F-4D97-AF65-F5344CB8AC3E}">
        <p14:creationId xmlns:p14="http://schemas.microsoft.com/office/powerpoint/2010/main" xmlns="" val="1122094422"/>
      </p:ext>
    </p:extLst>
  </p:cSld>
  <p:clrMap bg1="lt1" tx1="dk1" bg2="lt2" tx2="dk2" accent1="accent1" accent2="accent2" accent3="accent3" accent4="accent4" accent5="accent5" accent6="accent6" hlink="hlink" folHlink="folHlink"/>
  <p:hf dt="0"/>
  <p:notesStyle>
    <a:lvl1pPr marL="0" algn="l" defTabSz="914400" rtl="0" eaLnBrk="1" latinLnBrk="0" hangingPunct="1">
      <a:defRPr sz="1000" kern="1200">
        <a:solidFill>
          <a:schemeClr val="tx1"/>
        </a:solidFill>
        <a:latin typeface="Arial" pitchFamily="34" charset="0"/>
        <a:ea typeface="+mn-ea"/>
        <a:cs typeface="Arial" pitchFamily="34" charset="0"/>
      </a:defRPr>
    </a:lvl1pPr>
    <a:lvl2pPr marL="457200" algn="l" defTabSz="914400" rtl="0" eaLnBrk="1" latinLnBrk="0" hangingPunct="1">
      <a:defRPr sz="1000" kern="1200">
        <a:solidFill>
          <a:schemeClr val="tx1"/>
        </a:solidFill>
        <a:latin typeface="Arial" pitchFamily="34" charset="0"/>
        <a:ea typeface="+mn-ea"/>
        <a:cs typeface="Arial" pitchFamily="34" charset="0"/>
      </a:defRPr>
    </a:lvl2pPr>
    <a:lvl3pPr marL="914400" algn="l" defTabSz="914400" rtl="0" eaLnBrk="1" latinLnBrk="0" hangingPunct="1">
      <a:defRPr sz="1000" kern="1200">
        <a:solidFill>
          <a:schemeClr val="tx1"/>
        </a:solidFill>
        <a:latin typeface="Arial" pitchFamily="34" charset="0"/>
        <a:ea typeface="+mn-ea"/>
        <a:cs typeface="Arial" pitchFamily="34" charset="0"/>
      </a:defRPr>
    </a:lvl3pPr>
    <a:lvl4pPr marL="1371600" algn="l" defTabSz="914400" rtl="0" eaLnBrk="1" latinLnBrk="0" hangingPunct="1">
      <a:defRPr sz="1000" kern="1200">
        <a:solidFill>
          <a:schemeClr val="tx1"/>
        </a:solidFill>
        <a:latin typeface="Arial" pitchFamily="34" charset="0"/>
        <a:ea typeface="+mn-ea"/>
        <a:cs typeface="Arial" pitchFamily="34" charset="0"/>
      </a:defRPr>
    </a:lvl4pPr>
    <a:lvl5pPr marL="1828800" algn="l" defTabSz="914400" rtl="0" eaLnBrk="1" latinLnBrk="0" hangingPunct="1">
      <a:defRPr sz="1000" kern="1200">
        <a:solidFill>
          <a:schemeClr val="tx1"/>
        </a:solidFill>
        <a:latin typeface="Arial" pitchFamily="34" charset="0"/>
        <a:ea typeface="+mn-ea"/>
        <a:cs typeface="Arial" pitchFamily="34"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Image Placeholder 3"/>
          <p:cNvSpPr>
            <a:spLocks noGrp="1" noRot="1" noChangeAspect="1"/>
          </p:cNvSpPr>
          <p:nvPr>
            <p:ph type="sldImg"/>
          </p:nvPr>
        </p:nvSpPr>
        <p:spPr>
          <a:xfrm>
            <a:off x="1992313" y="720725"/>
            <a:ext cx="4800600" cy="3600450"/>
          </a:xfrm>
        </p:spPr>
      </p:sp>
      <p:sp>
        <p:nvSpPr>
          <p:cNvPr id="6" name="Notes Placeholder 5"/>
          <p:cNvSpPr>
            <a:spLocks noGrp="1"/>
          </p:cNvSpPr>
          <p:nvPr>
            <p:ph type="body" idx="1"/>
          </p:nvPr>
        </p:nvSpPr>
        <p:spPr/>
        <p:txBody>
          <a:bodyPr/>
          <a:lstStyle/>
          <a:p>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US" dirty="0" smtClean="0"/>
              <a:t>This lesson covers the usage of Property files in your application. It explains how to create user specific property file. The important Properties class methods are also explained</a:t>
            </a:r>
          </a:p>
          <a:p>
            <a:endParaRPr lang="en-US" dirty="0" smtClean="0"/>
          </a:p>
          <a:p>
            <a:r>
              <a:rPr lang="en-US" dirty="0" smtClean="0"/>
              <a:t>Lesson outline: </a:t>
            </a:r>
          </a:p>
          <a:p>
            <a:endParaRPr lang="en-US" dirty="0" smtClean="0"/>
          </a:p>
          <a:p>
            <a:pPr lvl="1"/>
            <a:r>
              <a:rPr lang="en-US" dirty="0" smtClean="0"/>
              <a:t>17.1: What are Property Files?</a:t>
            </a:r>
          </a:p>
          <a:p>
            <a:pPr lvl="1"/>
            <a:r>
              <a:rPr lang="en-US" dirty="0" smtClean="0"/>
              <a:t>17.2: Types of Property files </a:t>
            </a:r>
          </a:p>
          <a:p>
            <a:pPr lvl="1"/>
            <a:r>
              <a:rPr lang="en-US" dirty="0" smtClean="0"/>
              <a:t>17.3: User defined Properties</a:t>
            </a:r>
          </a:p>
          <a:p>
            <a:endParaRPr lang="en-US" dirty="0"/>
          </a:p>
        </p:txBody>
      </p:sp>
      <p:sp>
        <p:nvSpPr>
          <p:cNvPr id="6" name="Slide Image Placeholder 5"/>
          <p:cNvSpPr>
            <a:spLocks noGrp="1" noRot="1" noChangeAspect="1"/>
          </p:cNvSpPr>
          <p:nvPr>
            <p:ph type="sldImg"/>
          </p:nvPr>
        </p:nvSpPr>
        <p:spPr>
          <a:xfrm>
            <a:off x="1992313" y="720725"/>
            <a:ext cx="4800600" cy="3600450"/>
          </a:xfr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63" name="Rectangle 3"/>
          <p:cNvSpPr>
            <a:spLocks noGrp="1" noChangeArrowheads="1"/>
          </p:cNvSpPr>
          <p:nvPr>
            <p:ph type="body" idx="1"/>
          </p:nvPr>
        </p:nvSpPr>
        <p:spPr/>
        <p:txBody>
          <a:bodyPr/>
          <a:lstStyle/>
          <a:p>
            <a:r>
              <a:rPr lang="en-US" dirty="0" smtClean="0"/>
              <a:t>Property Files: </a:t>
            </a:r>
          </a:p>
          <a:p>
            <a:r>
              <a:rPr lang="en-US" dirty="0" smtClean="0"/>
              <a:t>Property files come with .properties extension and are used to store the configuration parameters or setting. Each parameter is stored as a pair of strings, one storing the name of the parameter (called the key), and the other storing the value.</a:t>
            </a:r>
          </a:p>
          <a:p>
            <a:r>
              <a:rPr lang="en-US" dirty="0" err="1" smtClean="0"/>
              <a:t>java.util.Properties</a:t>
            </a:r>
            <a:r>
              <a:rPr lang="en-US" dirty="0" smtClean="0"/>
              <a:t> represents a persistent set of properties, </a:t>
            </a:r>
            <a:r>
              <a:rPr lang="en-US" dirty="0" err="1" smtClean="0"/>
              <a:t>ie</a:t>
            </a:r>
            <a:r>
              <a:rPr lang="en-US" dirty="0" smtClean="0"/>
              <a:t> a “key=value” pair. Each key and its corresponding value in the property list is a string. Properties are subclasses of </a:t>
            </a:r>
            <a:r>
              <a:rPr lang="en-US" dirty="0" err="1" smtClean="0"/>
              <a:t>Hashtables</a:t>
            </a:r>
            <a:r>
              <a:rPr lang="en-US" dirty="0" smtClean="0"/>
              <a:t> that can be backed to disk in human-readable format. You lookup by property name and get a value. </a:t>
            </a:r>
          </a:p>
          <a:p>
            <a:r>
              <a:rPr lang="en-US" dirty="0" smtClean="0"/>
              <a:t>The Properties class provides methods to store and retrieve values from properties files.</a:t>
            </a:r>
          </a:p>
          <a:p>
            <a:r>
              <a:rPr lang="en-US" dirty="0" smtClean="0"/>
              <a:t>The following are some of the points to be noted about Properties file:</a:t>
            </a:r>
          </a:p>
          <a:p>
            <a:r>
              <a:rPr lang="en-US" dirty="0" smtClean="0"/>
              <a:t>	Comments begin with #. </a:t>
            </a:r>
          </a:p>
          <a:p>
            <a:r>
              <a:rPr lang="en-US" dirty="0" smtClean="0"/>
              <a:t>	The keywords can contain dots and underscores but not spaces or =. You can use _ (underscore) in key names to represent a space. </a:t>
            </a:r>
          </a:p>
          <a:p>
            <a:r>
              <a:rPr lang="en-US" dirty="0" smtClean="0"/>
              <a:t>	The values can contain dots, underscores, spaces, and =. </a:t>
            </a:r>
            <a:endParaRPr lang="en-US" dirty="0"/>
          </a:p>
        </p:txBody>
      </p:sp>
      <p:sp>
        <p:nvSpPr>
          <p:cNvPr id="3" name="Slide Image Placeholder 2"/>
          <p:cNvSpPr>
            <a:spLocks noGrp="1" noRot="1" noChangeAspect="1"/>
          </p:cNvSpPr>
          <p:nvPr>
            <p:ph type="sldImg"/>
          </p:nvPr>
        </p:nvSpPr>
        <p:spPr>
          <a:xfrm>
            <a:off x="1992313" y="720725"/>
            <a:ext cx="4800600" cy="3600450"/>
          </a:xfr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0339" name="Rectangle 3"/>
          <p:cNvSpPr>
            <a:spLocks noGrp="1" noChangeArrowheads="1"/>
          </p:cNvSpPr>
          <p:nvPr>
            <p:ph type="body" idx="1"/>
          </p:nvPr>
        </p:nvSpPr>
        <p:spPr/>
        <p:txBody>
          <a:bodyPr/>
          <a:lstStyle/>
          <a:p>
            <a:r>
              <a:rPr lang="en-US" dirty="0" smtClean="0"/>
              <a:t>Categories of Property Files:</a:t>
            </a:r>
          </a:p>
          <a:p>
            <a:endParaRPr lang="en-US" dirty="0" smtClean="0"/>
          </a:p>
          <a:p>
            <a:r>
              <a:rPr lang="en-US" dirty="0" smtClean="0"/>
              <a:t>User Specific Properties</a:t>
            </a:r>
          </a:p>
          <a:p>
            <a:r>
              <a:rPr lang="en-US" dirty="0" smtClean="0"/>
              <a:t>These properties are part of the </a:t>
            </a:r>
            <a:r>
              <a:rPr lang="en-US" dirty="0" err="1" smtClean="0"/>
              <a:t>Application.properties</a:t>
            </a:r>
            <a:r>
              <a:rPr lang="en-US" dirty="0" smtClean="0"/>
              <a:t> containing a key value pair, which can be mentioned by the program in run. User-specific properties are generally used for configuring the application.</a:t>
            </a:r>
          </a:p>
          <a:p>
            <a:r>
              <a:rPr lang="en-US" dirty="0" smtClean="0"/>
              <a:t>Our focus in this lesson will be on user specific property files.</a:t>
            </a:r>
          </a:p>
          <a:p>
            <a:endParaRPr lang="en-US" dirty="0" smtClean="0"/>
          </a:p>
          <a:p>
            <a:r>
              <a:rPr lang="en-US" dirty="0" smtClean="0"/>
              <a:t>System Properties</a:t>
            </a:r>
          </a:p>
          <a:p>
            <a:r>
              <a:rPr lang="en-US" dirty="0" smtClean="0"/>
              <a:t>The Java platform itself uses a Properties object to maintain its own configuration. The System class maintains a Properties object that describes the configuration of the current working environment. System properties include information about the current user, the current version of the Java runtime, and the character used to separate components of a file path name. </a:t>
            </a:r>
          </a:p>
          <a:p>
            <a:r>
              <a:rPr lang="en-US" dirty="0" smtClean="0"/>
              <a:t>You may read up on System properties in Appendix-A.</a:t>
            </a:r>
            <a:endParaRPr lang="en-US" dirty="0"/>
          </a:p>
        </p:txBody>
      </p:sp>
      <p:sp>
        <p:nvSpPr>
          <p:cNvPr id="3" name="Slide Image Placeholder 2"/>
          <p:cNvSpPr>
            <a:spLocks noGrp="1" noRot="1" noChangeAspect="1"/>
          </p:cNvSpPr>
          <p:nvPr>
            <p:ph type="sldImg"/>
          </p:nvPr>
        </p:nvSpPr>
        <p:spPr>
          <a:xfrm>
            <a:off x="1992313" y="720725"/>
            <a:ext cx="4800600" cy="3600450"/>
          </a:xfr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0339" name="Rectangle 3"/>
          <p:cNvSpPr>
            <a:spLocks noGrp="1" noChangeArrowheads="1"/>
          </p:cNvSpPr>
          <p:nvPr>
            <p:ph type="body" idx="1"/>
          </p:nvPr>
        </p:nvSpPr>
        <p:spPr/>
        <p:txBody>
          <a:bodyPr/>
          <a:lstStyle/>
          <a:p>
            <a:r>
              <a:rPr lang="en-US" dirty="0" smtClean="0"/>
              <a:t>The </a:t>
            </a:r>
            <a:r>
              <a:rPr lang="en-US" dirty="0" err="1" smtClean="0"/>
              <a:t>java.util.Property</a:t>
            </a:r>
            <a:r>
              <a:rPr lang="en-US" dirty="0" smtClean="0"/>
              <a:t> Class </a:t>
            </a:r>
          </a:p>
          <a:p>
            <a:r>
              <a:rPr lang="en-US" dirty="0" smtClean="0"/>
              <a:t>Some of the widely used methods of the  </a:t>
            </a:r>
            <a:r>
              <a:rPr lang="en-US" dirty="0" err="1" smtClean="0"/>
              <a:t>java.util.Properties</a:t>
            </a:r>
            <a:r>
              <a:rPr lang="en-US" dirty="0" smtClean="0"/>
              <a:t> class:-</a:t>
            </a:r>
          </a:p>
          <a:p>
            <a:r>
              <a:rPr lang="en-US" dirty="0" smtClean="0"/>
              <a:t>load</a:t>
            </a:r>
          </a:p>
          <a:p>
            <a:r>
              <a:rPr lang="en-US" dirty="0" smtClean="0"/>
              <a:t>public synchronized void load( </a:t>
            </a:r>
            <a:r>
              <a:rPr lang="en-US" dirty="0" err="1" smtClean="0"/>
              <a:t>InputStream</a:t>
            </a:r>
            <a:r>
              <a:rPr lang="en-US" dirty="0" smtClean="0"/>
              <a:t> </a:t>
            </a:r>
            <a:r>
              <a:rPr lang="en-US" dirty="0" err="1" smtClean="0"/>
              <a:t>inStream</a:t>
            </a:r>
            <a:r>
              <a:rPr lang="en-US" dirty="0" smtClean="0"/>
              <a:t> ) throws </a:t>
            </a:r>
            <a:r>
              <a:rPr lang="en-US" dirty="0" err="1" smtClean="0"/>
              <a:t>IOException</a:t>
            </a:r>
            <a:r>
              <a:rPr lang="en-US" dirty="0" smtClean="0"/>
              <a:t> : reads a property list (key and element pairs) from the input stream.</a:t>
            </a:r>
          </a:p>
          <a:p>
            <a:r>
              <a:rPr lang="en-US" dirty="0" err="1" smtClean="0"/>
              <a:t>getProperty</a:t>
            </a:r>
            <a:endParaRPr lang="en-US" dirty="0" smtClean="0"/>
          </a:p>
          <a:p>
            <a:r>
              <a:rPr lang="en-US" dirty="0" smtClean="0"/>
              <a:t>public String </a:t>
            </a:r>
            <a:r>
              <a:rPr lang="en-US" dirty="0" err="1" smtClean="0"/>
              <a:t>getProperty</a:t>
            </a:r>
            <a:r>
              <a:rPr lang="en-US" dirty="0" smtClean="0"/>
              <a:t>( String key ) : Searches for the property with the specified key in this property list. If the key is not found in this property list, the default property list, and its defaults, recursively, are then checked. The method returns null if the property is not found.</a:t>
            </a:r>
          </a:p>
          <a:p>
            <a:r>
              <a:rPr lang="en-US" dirty="0" smtClean="0"/>
              <a:t>list</a:t>
            </a:r>
          </a:p>
          <a:p>
            <a:r>
              <a:rPr lang="en-US" dirty="0" smtClean="0"/>
              <a:t>public void list( </a:t>
            </a:r>
            <a:r>
              <a:rPr lang="en-US" dirty="0" err="1" smtClean="0"/>
              <a:t>PrintStream</a:t>
            </a:r>
            <a:r>
              <a:rPr lang="en-US" dirty="0" smtClean="0"/>
              <a:t> out ) : Prints this property list out to the specified output stream. This method is useful for debugging. </a:t>
            </a:r>
          </a:p>
          <a:p>
            <a:r>
              <a:rPr lang="en-US" dirty="0" smtClean="0"/>
              <a:t>save</a:t>
            </a:r>
          </a:p>
          <a:p>
            <a:r>
              <a:rPr lang="en-US" dirty="0" smtClean="0"/>
              <a:t>public synchronized void save(</a:t>
            </a:r>
            <a:r>
              <a:rPr lang="en-US" dirty="0" err="1" smtClean="0"/>
              <a:t>OutputStream</a:t>
            </a:r>
            <a:r>
              <a:rPr lang="en-US" dirty="0" smtClean="0"/>
              <a:t> out, String header) : Calls the store(</a:t>
            </a:r>
            <a:r>
              <a:rPr lang="en-US" dirty="0" err="1" smtClean="0"/>
              <a:t>OutputStream</a:t>
            </a:r>
            <a:r>
              <a:rPr lang="en-US" dirty="0" smtClean="0"/>
              <a:t> out, String header) method and suppresses </a:t>
            </a:r>
            <a:r>
              <a:rPr lang="en-US" dirty="0" err="1" smtClean="0"/>
              <a:t>IOExceptions</a:t>
            </a:r>
            <a:r>
              <a:rPr lang="en-US" dirty="0" smtClean="0"/>
              <a:t> that were thrown.</a:t>
            </a:r>
            <a:endParaRPr lang="en-US" dirty="0"/>
          </a:p>
        </p:txBody>
      </p:sp>
      <p:sp>
        <p:nvSpPr>
          <p:cNvPr id="3" name="Slide Image Placeholder 2"/>
          <p:cNvSpPr>
            <a:spLocks noGrp="1" noRot="1" noChangeAspect="1"/>
          </p:cNvSpPr>
          <p:nvPr>
            <p:ph type="sldImg"/>
          </p:nvPr>
        </p:nvSpPr>
        <p:spPr>
          <a:xfrm>
            <a:off x="1992313" y="720725"/>
            <a:ext cx="4800600" cy="3600450"/>
          </a:xfr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7267" name="Rectangle 3"/>
          <p:cNvSpPr>
            <a:spLocks noGrp="1" noChangeArrowheads="1"/>
          </p:cNvSpPr>
          <p:nvPr>
            <p:ph type="body" idx="1"/>
          </p:nvPr>
        </p:nvSpPr>
        <p:spPr/>
        <p:txBody>
          <a:bodyPr/>
          <a:lstStyle/>
          <a:p>
            <a:r>
              <a:rPr lang="en-US" dirty="0" smtClean="0"/>
              <a:t>Setting Properties: </a:t>
            </a:r>
          </a:p>
          <a:p>
            <a:r>
              <a:rPr lang="en-US" dirty="0" smtClean="0"/>
              <a:t>	A user's interaction with an application during its execution may impact property settings. These changes should be reflected in the Properties object so that they are saved when the application exits (and calls the store method). </a:t>
            </a:r>
          </a:p>
          <a:p>
            <a:endParaRPr lang="en-US" dirty="0" smtClean="0"/>
          </a:p>
          <a:p>
            <a:r>
              <a:rPr lang="en-US" dirty="0" smtClean="0"/>
              <a:t>The following methods change the properties in a Properties object: </a:t>
            </a:r>
          </a:p>
          <a:p>
            <a:r>
              <a:rPr lang="en-US" dirty="0" smtClean="0"/>
              <a:t>	</a:t>
            </a:r>
            <a:r>
              <a:rPr lang="en-US" dirty="0" err="1" smtClean="0"/>
              <a:t>setProperty</a:t>
            </a:r>
            <a:r>
              <a:rPr lang="en-US" dirty="0" smtClean="0"/>
              <a:t>(String key, String value) </a:t>
            </a:r>
          </a:p>
          <a:p>
            <a:pPr lvl="1"/>
            <a:r>
              <a:rPr lang="en-US" dirty="0" smtClean="0"/>
              <a:t>Puts the key/value pair in the Properties object. </a:t>
            </a:r>
          </a:p>
          <a:p>
            <a:r>
              <a:rPr lang="en-US" dirty="0" smtClean="0"/>
              <a:t>	remove(Object key) </a:t>
            </a:r>
          </a:p>
          <a:p>
            <a:pPr lvl="1"/>
            <a:r>
              <a:rPr lang="en-US" dirty="0" smtClean="0"/>
              <a:t>Removes the key/value pair associated with key. </a:t>
            </a:r>
          </a:p>
          <a:p>
            <a:endParaRPr lang="en-US" dirty="0" smtClean="0"/>
          </a:p>
          <a:p>
            <a:r>
              <a:rPr lang="en-US" dirty="0" smtClean="0"/>
              <a:t>      Note: Some of the methods described above are defined in </a:t>
            </a:r>
            <a:r>
              <a:rPr lang="en-US" dirty="0" err="1" smtClean="0"/>
              <a:t>Hashtable</a:t>
            </a:r>
            <a:r>
              <a:rPr lang="en-US" dirty="0" smtClean="0"/>
              <a:t>, and thus, they accept key and value argument types other than String. Always use Strings for keys and values, even if the method allows other types. Also, do not invoke </a:t>
            </a:r>
            <a:r>
              <a:rPr lang="en-US" dirty="0" err="1" smtClean="0"/>
              <a:t>Hashtable.set</a:t>
            </a:r>
            <a:r>
              <a:rPr lang="en-US" dirty="0" smtClean="0"/>
              <a:t> or </a:t>
            </a:r>
            <a:r>
              <a:rPr lang="en-US" dirty="0" err="1" smtClean="0"/>
              <a:t>Hastable.setAll</a:t>
            </a:r>
            <a:r>
              <a:rPr lang="en-US" dirty="0" smtClean="0"/>
              <a:t> on Properties objects; always use </a:t>
            </a:r>
            <a:r>
              <a:rPr lang="en-US" dirty="0" err="1" smtClean="0"/>
              <a:t>Properties.setProperty</a:t>
            </a:r>
            <a:r>
              <a:rPr lang="en-US" dirty="0" smtClean="0"/>
              <a:t>. </a:t>
            </a:r>
            <a:endParaRPr lang="en-US" dirty="0"/>
          </a:p>
        </p:txBody>
      </p:sp>
      <p:sp>
        <p:nvSpPr>
          <p:cNvPr id="3" name="Slide Image Placeholder 2"/>
          <p:cNvSpPr>
            <a:spLocks noGrp="1" noRot="1" noChangeAspect="1"/>
          </p:cNvSpPr>
          <p:nvPr>
            <p:ph type="sldImg"/>
          </p:nvPr>
        </p:nvSpPr>
        <p:spPr>
          <a:xfrm>
            <a:off x="1992313" y="720725"/>
            <a:ext cx="4800600" cy="3600450"/>
          </a:xfr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5219" name="Rectangle 3"/>
          <p:cNvSpPr>
            <a:spLocks noGrp="1" noChangeArrowheads="1"/>
          </p:cNvSpPr>
          <p:nvPr>
            <p:ph type="body" idx="1"/>
          </p:nvPr>
        </p:nvSpPr>
        <p:spPr/>
        <p:txBody>
          <a:bodyPr>
            <a:normAutofit/>
          </a:bodyPr>
          <a:lstStyle/>
          <a:p>
            <a:r>
              <a:rPr lang="en-US" dirty="0" smtClean="0"/>
              <a:t>Getting Property Information</a:t>
            </a:r>
          </a:p>
          <a:p>
            <a:r>
              <a:rPr lang="en-US" dirty="0" smtClean="0"/>
              <a:t>	contains(Object value) , </a:t>
            </a:r>
            <a:r>
              <a:rPr lang="en-US" dirty="0" err="1" smtClean="0"/>
              <a:t>containsKey</a:t>
            </a:r>
            <a:r>
              <a:rPr lang="en-US" dirty="0" smtClean="0"/>
              <a:t>(Object key) </a:t>
            </a:r>
          </a:p>
          <a:p>
            <a:r>
              <a:rPr lang="en-US" dirty="0" smtClean="0"/>
              <a:t>      This returns TRUE if the value or the key is in the Properties object. Properties inherits these methods from </a:t>
            </a:r>
            <a:r>
              <a:rPr lang="en-US" dirty="0" err="1" smtClean="0"/>
              <a:t>Hashtable</a:t>
            </a:r>
            <a:r>
              <a:rPr lang="en-US" dirty="0" smtClean="0"/>
              <a:t>. Thus, they accept Object arguments, but only String values should be used. </a:t>
            </a:r>
          </a:p>
          <a:p>
            <a:endParaRPr lang="en-US" dirty="0" smtClean="0"/>
          </a:p>
          <a:p>
            <a:r>
              <a:rPr lang="en-US" dirty="0" smtClean="0"/>
              <a:t>	</a:t>
            </a:r>
            <a:r>
              <a:rPr lang="en-US" dirty="0" err="1" smtClean="0"/>
              <a:t>getProperty</a:t>
            </a:r>
            <a:r>
              <a:rPr lang="en-US" dirty="0" smtClean="0"/>
              <a:t>(String key) , </a:t>
            </a:r>
            <a:r>
              <a:rPr lang="en-US" dirty="0" err="1" smtClean="0"/>
              <a:t>getProperty</a:t>
            </a:r>
            <a:r>
              <a:rPr lang="en-US" dirty="0" smtClean="0"/>
              <a:t>(String key, String default) </a:t>
            </a:r>
          </a:p>
          <a:p>
            <a:r>
              <a:rPr lang="en-US" dirty="0" smtClean="0"/>
              <a:t>      This returns the value for the specified property. The second version provides for a default value. If the key is not found, the default is returned. </a:t>
            </a:r>
          </a:p>
          <a:p>
            <a:endParaRPr lang="en-US" dirty="0" smtClean="0"/>
          </a:p>
          <a:p>
            <a:r>
              <a:rPr lang="en-US" dirty="0" smtClean="0"/>
              <a:t>	list(</a:t>
            </a:r>
            <a:r>
              <a:rPr lang="en-US" dirty="0" err="1" smtClean="0"/>
              <a:t>PrintStream</a:t>
            </a:r>
            <a:r>
              <a:rPr lang="en-US" dirty="0" smtClean="0"/>
              <a:t> s) , list(</a:t>
            </a:r>
            <a:r>
              <a:rPr lang="en-US" dirty="0" err="1" smtClean="0"/>
              <a:t>PrintWriter</a:t>
            </a:r>
            <a:r>
              <a:rPr lang="en-US" dirty="0" smtClean="0"/>
              <a:t> w) </a:t>
            </a:r>
          </a:p>
          <a:p>
            <a:r>
              <a:rPr lang="en-US" dirty="0" smtClean="0"/>
              <a:t>      This writes all of the properties to the specified stream or writer. This is useful for debugging. </a:t>
            </a:r>
          </a:p>
          <a:p>
            <a:endParaRPr lang="en-US" dirty="0" smtClean="0"/>
          </a:p>
          <a:p>
            <a:r>
              <a:rPr lang="en-US" dirty="0" smtClean="0"/>
              <a:t>	elements() , keys() , </a:t>
            </a:r>
            <a:r>
              <a:rPr lang="en-US" dirty="0" err="1" smtClean="0"/>
              <a:t>propertyNames</a:t>
            </a:r>
            <a:r>
              <a:rPr lang="en-US" dirty="0" smtClean="0"/>
              <a:t>() </a:t>
            </a:r>
          </a:p>
          <a:p>
            <a:r>
              <a:rPr lang="en-US" dirty="0" smtClean="0"/>
              <a:t>      This returns an Enumeration containing the keys or values (as indicated by the method name) contained in the Properties object. The keys method only returns the keys for the object itself; the </a:t>
            </a:r>
            <a:r>
              <a:rPr lang="en-US" dirty="0" err="1" smtClean="0"/>
              <a:t>propertyNames</a:t>
            </a:r>
            <a:r>
              <a:rPr lang="en-US" dirty="0" smtClean="0"/>
              <a:t> method returns the keys for default properties as well. </a:t>
            </a:r>
          </a:p>
          <a:p>
            <a:endParaRPr lang="en-US" dirty="0" smtClean="0"/>
          </a:p>
          <a:p>
            <a:r>
              <a:rPr lang="en-US" dirty="0" smtClean="0"/>
              <a:t>	string </a:t>
            </a:r>
            <a:r>
              <a:rPr lang="en-US" dirty="0" err="1" smtClean="0"/>
              <a:t>PropertyNames</a:t>
            </a:r>
            <a:r>
              <a:rPr lang="en-US" dirty="0" smtClean="0"/>
              <a:t>() </a:t>
            </a:r>
          </a:p>
          <a:p>
            <a:r>
              <a:rPr lang="en-US" dirty="0" smtClean="0"/>
              <a:t>      This functions like </a:t>
            </a:r>
            <a:r>
              <a:rPr lang="en-US" dirty="0" err="1" smtClean="0"/>
              <a:t>propertyNames</a:t>
            </a:r>
            <a:r>
              <a:rPr lang="en-US" dirty="0" smtClean="0"/>
              <a:t>, but returns a Set&lt;String&gt;, and only returns names of properties where both key and value are strings. Note that the Set object is not backed by the Properties object, so changes in one do not affect the other. </a:t>
            </a:r>
          </a:p>
          <a:p>
            <a:endParaRPr lang="en-US" dirty="0" smtClean="0"/>
          </a:p>
          <a:p>
            <a:r>
              <a:rPr lang="en-US" dirty="0" smtClean="0"/>
              <a:t>	size() </a:t>
            </a:r>
          </a:p>
          <a:p>
            <a:r>
              <a:rPr lang="en-US" dirty="0" smtClean="0"/>
              <a:t>      This returns the current number of key/value pairs. </a:t>
            </a:r>
          </a:p>
          <a:p>
            <a:endParaRPr lang="en-US" dirty="0"/>
          </a:p>
        </p:txBody>
      </p:sp>
      <p:sp>
        <p:nvSpPr>
          <p:cNvPr id="3" name="Slide Image Placeholder 2"/>
          <p:cNvSpPr>
            <a:spLocks noGrp="1" noRot="1" noChangeAspect="1"/>
          </p:cNvSpPr>
          <p:nvPr>
            <p:ph type="sldImg"/>
          </p:nvPr>
        </p:nvSpPr>
        <p:spPr>
          <a:xfrm>
            <a:off x="1992313" y="720725"/>
            <a:ext cx="4800600" cy="3600450"/>
          </a:xfr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0643" name="Rectangle 3"/>
          <p:cNvSpPr>
            <a:spLocks noGrp="1" noChangeArrowheads="1"/>
          </p:cNvSpPr>
          <p:nvPr>
            <p:ph type="body" idx="1"/>
          </p:nvPr>
        </p:nvSpPr>
        <p:spPr/>
        <p:txBody>
          <a:bodyPr/>
          <a:lstStyle/>
          <a:p>
            <a:r>
              <a:rPr lang="en-US" dirty="0" smtClean="0"/>
              <a:t>Add the notes here.</a:t>
            </a:r>
            <a:endParaRPr lang="en-US" dirty="0"/>
          </a:p>
        </p:txBody>
      </p:sp>
      <p:sp>
        <p:nvSpPr>
          <p:cNvPr id="3" name="Slide Image Placeholder 2"/>
          <p:cNvSpPr>
            <a:spLocks noGrp="1" noRot="1" noChangeAspect="1"/>
          </p:cNvSpPr>
          <p:nvPr>
            <p:ph type="sldImg"/>
          </p:nvPr>
        </p:nvSpPr>
        <p:spPr>
          <a:xfrm>
            <a:off x="1992313" y="720725"/>
            <a:ext cx="4800600" cy="3600450"/>
          </a:xfr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2691" name="Rectangle 3"/>
          <p:cNvSpPr>
            <a:spLocks noGrp="1" noChangeArrowheads="1"/>
          </p:cNvSpPr>
          <p:nvPr>
            <p:ph type="body" idx="1"/>
          </p:nvPr>
        </p:nvSpPr>
        <p:spPr/>
        <p:txBody>
          <a:bodyPr/>
          <a:lstStyle/>
          <a:p>
            <a:r>
              <a:rPr lang="en-US" dirty="0" smtClean="0"/>
              <a:t>Add the notes here.</a:t>
            </a:r>
            <a:endParaRPr lang="en-US" dirty="0"/>
          </a:p>
        </p:txBody>
      </p:sp>
      <p:sp>
        <p:nvSpPr>
          <p:cNvPr id="3" name="Slide Image Placeholder 2"/>
          <p:cNvSpPr>
            <a:spLocks noGrp="1" noRot="1" noChangeAspect="1"/>
          </p:cNvSpPr>
          <p:nvPr>
            <p:ph type="sldImg"/>
          </p:nvPr>
        </p:nvSpPr>
        <p:spPr>
          <a:xfrm>
            <a:off x="1992313" y="720725"/>
            <a:ext cx="4800600" cy="3600450"/>
          </a:xfr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992313" y="720725"/>
            <a:ext cx="4800600" cy="3600450"/>
          </a:xfrm>
        </p:spPr>
      </p:sp>
      <p:sp>
        <p:nvSpPr>
          <p:cNvPr id="3" name="Notes Placeholder 2"/>
          <p:cNvSpPr>
            <a:spLocks noGrp="1"/>
          </p:cNvSpPr>
          <p:nvPr>
            <p:ph type="body" idx="1"/>
          </p:nvPr>
        </p:nvSpPr>
        <p:spPr/>
        <p:txBody>
          <a:bodyPr/>
          <a:lstStyle/>
          <a:p>
            <a:endParaRPr lang="en-US"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8115" name="Rectangle 3"/>
          <p:cNvSpPr>
            <a:spLocks noGrp="1" noChangeArrowheads="1"/>
          </p:cNvSpPr>
          <p:nvPr>
            <p:ph type="body" idx="1"/>
          </p:nvPr>
        </p:nvSpPr>
        <p:spPr/>
        <p:txBody>
          <a:bodyPr/>
          <a:lstStyle/>
          <a:p>
            <a:r>
              <a:rPr lang="en-US" dirty="0" smtClean="0"/>
              <a:t>Add the notes here.</a:t>
            </a:r>
            <a:endParaRPr lang="en-US" dirty="0"/>
          </a:p>
        </p:txBody>
      </p:sp>
      <p:sp>
        <p:nvSpPr>
          <p:cNvPr id="3" name="Slide Image Placeholder 2"/>
          <p:cNvSpPr>
            <a:spLocks noGrp="1" noRot="1" noChangeAspect="1"/>
          </p:cNvSpPr>
          <p:nvPr>
            <p:ph type="sldImg"/>
          </p:nvPr>
        </p:nvSpPr>
        <p:spPr>
          <a:xfrm>
            <a:off x="1992313" y="720725"/>
            <a:ext cx="4800600" cy="3600450"/>
          </a:xfr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0163" name="Rectangle 3"/>
          <p:cNvSpPr>
            <a:spLocks noGrp="1" noChangeArrowheads="1"/>
          </p:cNvSpPr>
          <p:nvPr>
            <p:ph type="body" idx="1"/>
          </p:nvPr>
        </p:nvSpPr>
        <p:spPr/>
        <p:txBody>
          <a:bodyPr/>
          <a:lstStyle/>
          <a:p>
            <a:endParaRPr lang="en-US" smtClean="0"/>
          </a:p>
          <a:p>
            <a:endParaRPr lang="en-US" dirty="0"/>
          </a:p>
        </p:txBody>
      </p:sp>
      <p:sp>
        <p:nvSpPr>
          <p:cNvPr id="3" name="Slide Image Placeholder 2"/>
          <p:cNvSpPr>
            <a:spLocks noGrp="1" noRot="1" noChangeAspect="1"/>
          </p:cNvSpPr>
          <p:nvPr>
            <p:ph type="sldImg"/>
          </p:nvPr>
        </p:nvSpPr>
        <p:spPr>
          <a:xfrm>
            <a:off x="1992313" y="720725"/>
            <a:ext cx="4800600" cy="3600450"/>
          </a:xfr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Image Placeholder 4"/>
          <p:cNvSpPr>
            <a:spLocks noGrp="1" noRot="1" noChangeAspect="1"/>
          </p:cNvSpPr>
          <p:nvPr>
            <p:ph type="sldImg"/>
          </p:nvPr>
        </p:nvSpPr>
        <p:spPr>
          <a:xfrm>
            <a:off x="1992313" y="720725"/>
            <a:ext cx="4800600" cy="3600450"/>
          </a:xfrm>
        </p:spPr>
      </p:sp>
      <p:sp>
        <p:nvSpPr>
          <p:cNvPr id="6" name="Notes Placeholder 5"/>
          <p:cNvSpPr>
            <a:spLocks noGrp="1"/>
          </p:cNvSpPr>
          <p:nvPr>
            <p:ph type="body" idx="1"/>
          </p:nvPr>
        </p:nvSpPr>
        <p:spPr/>
        <p:txBody>
          <a:bodyPr/>
          <a:lstStyle/>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tags" Target="../tags/tag8.xml"/><Relationship Id="rId2" Type="http://schemas.openxmlformats.org/officeDocument/2006/relationships/tags" Target="../tags/tag7.xml"/><Relationship Id="rId1" Type="http://schemas.openxmlformats.org/officeDocument/2006/relationships/vmlDrawing" Target="../drawings/vmlDrawing2.vml"/><Relationship Id="rId6" Type="http://schemas.openxmlformats.org/officeDocument/2006/relationships/oleObject" Target="../embeddings/oleObject2.bin"/><Relationship Id="rId5" Type="http://schemas.openxmlformats.org/officeDocument/2006/relationships/slideMaster" Target="../slideMasters/slideMaster1.xml"/><Relationship Id="rId4" Type="http://schemas.openxmlformats.org/officeDocument/2006/relationships/tags" Target="../tags/tag9.xml"/></Relationships>
</file>

<file path=ppt/slideLayouts/_rels/slideLayout2.xml.rels><?xml version="1.0" encoding="UTF-8" standalone="yes"?>
<Relationships xmlns="http://schemas.openxmlformats.org/package/2006/relationships"><Relationship Id="rId3" Type="http://schemas.openxmlformats.org/officeDocument/2006/relationships/tags" Target="../tags/tag11.xml"/><Relationship Id="rId2" Type="http://schemas.openxmlformats.org/officeDocument/2006/relationships/tags" Target="../tags/tag10.xml"/><Relationship Id="rId1" Type="http://schemas.openxmlformats.org/officeDocument/2006/relationships/vmlDrawing" Target="../drawings/vmlDrawing3.vml"/><Relationship Id="rId6" Type="http://schemas.openxmlformats.org/officeDocument/2006/relationships/oleObject" Target="../embeddings/oleObject3.bin"/><Relationship Id="rId5" Type="http://schemas.openxmlformats.org/officeDocument/2006/relationships/slideMaster" Target="../slideMasters/slideMaster1.xml"/><Relationship Id="rId4" Type="http://schemas.openxmlformats.org/officeDocument/2006/relationships/tags" Target="../tags/tag12.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slideMaster" Target="../slideMasters/slideMaster1.xml"/><Relationship Id="rId1" Type="http://schemas.openxmlformats.org/officeDocument/2006/relationships/tags" Target="../tags/tag13.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14.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Master" Target="../slideMasters/slideMaster1.xml"/><Relationship Id="rId1" Type="http://schemas.openxmlformats.org/officeDocument/2006/relationships/tags" Target="../tags/tag15.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Master" Target="../slideMasters/slideMaster1.xml"/><Relationship Id="rId1" Type="http://schemas.openxmlformats.org/officeDocument/2006/relationships/tags" Target="../tags/tag16.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1.xml"/><Relationship Id="rId1" Type="http://schemas.openxmlformats.org/officeDocument/2006/relationships/tags" Target="../tags/tag17.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8.xml"/></Relationships>
</file>

<file path=ppt/slideLayouts/_rels/slideLayout10.xml.rels><?xml version="1.0" encoding="UTF-8" standalone="yes"?>
<Relationships xmlns="http://schemas.openxmlformats.org/package/2006/relationships"><Relationship Id="rId3" Type="http://schemas.openxmlformats.org/officeDocument/2006/relationships/tags" Target="../tags/tag20.xml"/><Relationship Id="rId7" Type="http://schemas.openxmlformats.org/officeDocument/2006/relationships/oleObject" Target="../embeddings/oleObject4.bin"/><Relationship Id="rId2" Type="http://schemas.openxmlformats.org/officeDocument/2006/relationships/tags" Target="../tags/tag19.xml"/><Relationship Id="rId1" Type="http://schemas.openxmlformats.org/officeDocument/2006/relationships/vmlDrawing" Target="../drawings/vmlDrawing4.vml"/><Relationship Id="rId6" Type="http://schemas.openxmlformats.org/officeDocument/2006/relationships/slideMaster" Target="../slideMasters/slideMaster1.xml"/><Relationship Id="rId5" Type="http://schemas.openxmlformats.org/officeDocument/2006/relationships/tags" Target="../tags/tag22.xml"/><Relationship Id="rId4" Type="http://schemas.openxmlformats.org/officeDocument/2006/relationships/tags" Target="../tags/tag21.xml"/></Relationships>
</file>

<file path=ppt/slideLayouts/_rels/slideLayout11.xml.rels><?xml version="1.0" encoding="UTF-8" standalone="yes"?>
<Relationships xmlns="http://schemas.openxmlformats.org/package/2006/relationships"><Relationship Id="rId3" Type="http://schemas.openxmlformats.org/officeDocument/2006/relationships/tags" Target="../tags/tag24.xml"/><Relationship Id="rId7" Type="http://schemas.openxmlformats.org/officeDocument/2006/relationships/oleObject" Target="../embeddings/oleObject5.bin"/><Relationship Id="rId2" Type="http://schemas.openxmlformats.org/officeDocument/2006/relationships/tags" Target="../tags/tag23.xml"/><Relationship Id="rId1" Type="http://schemas.openxmlformats.org/officeDocument/2006/relationships/vmlDrawing" Target="../drawings/vmlDrawing5.vml"/><Relationship Id="rId6" Type="http://schemas.openxmlformats.org/officeDocument/2006/relationships/slideMaster" Target="../slideMasters/slideMaster1.xml"/><Relationship Id="rId5" Type="http://schemas.openxmlformats.org/officeDocument/2006/relationships/tags" Target="../tags/tag26.xml"/><Relationship Id="rId4" Type="http://schemas.openxmlformats.org/officeDocument/2006/relationships/tags" Target="../tags/tag25.xml"/></Relationships>
</file>

<file path=ppt/slideLayouts/_rels/slideLayout12.xml.rels><?xml version="1.0" encoding="UTF-8" standalone="yes"?>
<Relationships xmlns="http://schemas.openxmlformats.org/package/2006/relationships"><Relationship Id="rId8" Type="http://schemas.openxmlformats.org/officeDocument/2006/relationships/slideMaster" Target="../slideMasters/slideMaster1.xml"/><Relationship Id="rId3" Type="http://schemas.openxmlformats.org/officeDocument/2006/relationships/tags" Target="../tags/tag28.xml"/><Relationship Id="rId7" Type="http://schemas.openxmlformats.org/officeDocument/2006/relationships/tags" Target="../tags/tag32.xml"/><Relationship Id="rId2" Type="http://schemas.openxmlformats.org/officeDocument/2006/relationships/tags" Target="../tags/tag27.xml"/><Relationship Id="rId1" Type="http://schemas.openxmlformats.org/officeDocument/2006/relationships/vmlDrawing" Target="../drawings/vmlDrawing6.vml"/><Relationship Id="rId6" Type="http://schemas.openxmlformats.org/officeDocument/2006/relationships/tags" Target="../tags/tag31.xml"/><Relationship Id="rId5" Type="http://schemas.openxmlformats.org/officeDocument/2006/relationships/tags" Target="../tags/tag30.xml"/><Relationship Id="rId4" Type="http://schemas.openxmlformats.org/officeDocument/2006/relationships/tags" Target="../tags/tag29.xml"/><Relationship Id="rId9" Type="http://schemas.openxmlformats.org/officeDocument/2006/relationships/oleObject" Target="../embeddings/oleObject6.bin"/></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slideMaster" Target="../slideMasters/slideMaster1.xml"/><Relationship Id="rId1" Type="http://schemas.openxmlformats.org/officeDocument/2006/relationships/tags" Target="../tags/tag33.xml"/></Relationships>
</file>

<file path=ppt/slideLayouts/_rels/slideLayout15.xml.rels><?xml version="1.0" encoding="UTF-8" standalone="yes"?>
<Relationships xmlns="http://schemas.openxmlformats.org/package/2006/relationships"><Relationship Id="rId3" Type="http://schemas.openxmlformats.org/officeDocument/2006/relationships/tags" Target="../tags/tag35.xml"/><Relationship Id="rId2" Type="http://schemas.openxmlformats.org/officeDocument/2006/relationships/tags" Target="../tags/tag34.xml"/><Relationship Id="rId1" Type="http://schemas.openxmlformats.org/officeDocument/2006/relationships/vmlDrawing" Target="../drawings/vmlDrawing7.vml"/><Relationship Id="rId5" Type="http://schemas.openxmlformats.org/officeDocument/2006/relationships/oleObject" Target="../embeddings/oleObject7.bin"/><Relationship Id="rId4"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36.xml"/><Relationship Id="rId1" Type="http://schemas.openxmlformats.org/officeDocument/2006/relationships/vmlDrawing" Target="../drawings/vmlDrawing8.vml"/><Relationship Id="rId4" Type="http://schemas.openxmlformats.org/officeDocument/2006/relationships/oleObject" Target="../embeddings/oleObject8.bin"/></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1">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2"/>
            </p:custDataLst>
          </p:nvPr>
        </p:nvGraphicFramePr>
        <p:xfrm>
          <a:off x="1" y="0"/>
          <a:ext cx="146538" cy="158750"/>
        </p:xfrm>
        <a:graphic>
          <a:graphicData uri="http://schemas.openxmlformats.org/presentationml/2006/ole">
            <p:oleObj spid="_x0000_s2052" name="think-cell Slide" r:id="rId6" imgW="360" imgH="360" progId="">
              <p:embed/>
            </p:oleObj>
          </a:graphicData>
        </a:graphic>
      </p:graphicFrame>
      <p:sp>
        <p:nvSpPr>
          <p:cNvPr id="2" name="Title 1"/>
          <p:cNvSpPr>
            <a:spLocks noGrp="1"/>
          </p:cNvSpPr>
          <p:nvPr>
            <p:ph type="ctrTitle" hasCustomPrompt="1"/>
            <p:custDataLst>
              <p:tags r:id="rId3"/>
            </p:custDataLst>
          </p:nvPr>
        </p:nvSpPr>
        <p:spPr>
          <a:xfrm>
            <a:off x="0" y="2959926"/>
            <a:ext cx="5035137" cy="1098157"/>
          </a:xfrm>
        </p:spPr>
        <p:txBody>
          <a:bodyPr lIns="720000" tIns="33059" rIns="33059" bIns="33059" anchor="t"/>
          <a:lstStyle>
            <a:lvl1pPr marL="0" indent="0" algn="l">
              <a:defRPr sz="3700" b="1">
                <a:solidFill>
                  <a:schemeClr val="tx1"/>
                </a:solidFill>
              </a:defRPr>
            </a:lvl1pPr>
          </a:lstStyle>
          <a:p>
            <a:r>
              <a:rPr lang="fr-FR" dirty="0" smtClean="0"/>
              <a:t>Click to </a:t>
            </a:r>
            <a:r>
              <a:rPr lang="fr-FR" dirty="0" err="1" smtClean="0"/>
              <a:t>edit</a:t>
            </a:r>
            <a:r>
              <a:rPr lang="fr-FR" dirty="0" smtClean="0"/>
              <a:t> Master </a:t>
            </a:r>
            <a:r>
              <a:rPr lang="fr-FR" dirty="0" err="1" smtClean="0"/>
              <a:t>title</a:t>
            </a:r>
            <a:r>
              <a:rPr lang="fr-FR" dirty="0" smtClean="0"/>
              <a:t> style</a:t>
            </a:r>
            <a:endParaRPr lang="en-US" dirty="0"/>
          </a:p>
        </p:txBody>
      </p:sp>
      <p:sp>
        <p:nvSpPr>
          <p:cNvPr id="3" name="Subtitle 2"/>
          <p:cNvSpPr>
            <a:spLocks noGrp="1"/>
          </p:cNvSpPr>
          <p:nvPr>
            <p:ph type="subTitle" idx="1" hasCustomPrompt="1"/>
            <p:custDataLst>
              <p:tags r:id="rId4"/>
            </p:custDataLst>
          </p:nvPr>
        </p:nvSpPr>
        <p:spPr>
          <a:xfrm>
            <a:off x="4491614" y="4949633"/>
            <a:ext cx="4652387" cy="874227"/>
          </a:xfrm>
        </p:spPr>
        <p:txBody>
          <a:bodyPr lIns="720000" tIns="33059" rIns="33059" bIns="33059"/>
          <a:lstStyle>
            <a:lvl1pPr marL="0" indent="0" algn="l">
              <a:buNone/>
              <a:defRPr sz="2200" b="0">
                <a:solidFill>
                  <a:schemeClr val="tx1"/>
                </a:solidFill>
              </a:defRPr>
            </a:lvl1pPr>
            <a:lvl2pPr marL="457171" indent="0" algn="ctr">
              <a:buNone/>
              <a:defRPr>
                <a:solidFill>
                  <a:schemeClr val="tx1">
                    <a:tint val="75000"/>
                  </a:schemeClr>
                </a:solidFill>
              </a:defRPr>
            </a:lvl2pPr>
            <a:lvl3pPr marL="914342" indent="0" algn="ctr">
              <a:buNone/>
              <a:defRPr>
                <a:solidFill>
                  <a:schemeClr val="tx1">
                    <a:tint val="75000"/>
                  </a:schemeClr>
                </a:solidFill>
              </a:defRPr>
            </a:lvl3pPr>
            <a:lvl4pPr marL="1371513" indent="0" algn="ctr">
              <a:buNone/>
              <a:defRPr>
                <a:solidFill>
                  <a:schemeClr val="tx1">
                    <a:tint val="75000"/>
                  </a:schemeClr>
                </a:solidFill>
              </a:defRPr>
            </a:lvl4pPr>
            <a:lvl5pPr marL="1828684" indent="0" algn="ctr">
              <a:buNone/>
              <a:defRPr>
                <a:solidFill>
                  <a:schemeClr val="tx1">
                    <a:tint val="75000"/>
                  </a:schemeClr>
                </a:solidFill>
              </a:defRPr>
            </a:lvl5pPr>
            <a:lvl6pPr marL="2285855" indent="0" algn="ctr">
              <a:buNone/>
              <a:defRPr>
                <a:solidFill>
                  <a:schemeClr val="tx1">
                    <a:tint val="75000"/>
                  </a:schemeClr>
                </a:solidFill>
              </a:defRPr>
            </a:lvl6pPr>
            <a:lvl7pPr marL="2743026" indent="0" algn="ctr">
              <a:buNone/>
              <a:defRPr>
                <a:solidFill>
                  <a:schemeClr val="tx1">
                    <a:tint val="75000"/>
                  </a:schemeClr>
                </a:solidFill>
              </a:defRPr>
            </a:lvl7pPr>
            <a:lvl8pPr marL="3200198" indent="0" algn="ctr">
              <a:buNone/>
              <a:defRPr>
                <a:solidFill>
                  <a:schemeClr val="tx1">
                    <a:tint val="75000"/>
                  </a:schemeClr>
                </a:solidFill>
              </a:defRPr>
            </a:lvl8pPr>
            <a:lvl9pPr marL="3657369" indent="0" algn="ctr">
              <a:buNone/>
              <a:defRPr>
                <a:solidFill>
                  <a:schemeClr val="tx1">
                    <a:tint val="75000"/>
                  </a:schemeClr>
                </a:solidFill>
              </a:defRPr>
            </a:lvl9pPr>
          </a:lstStyle>
          <a:p>
            <a:r>
              <a:rPr lang="fr-FR" dirty="0" smtClean="0"/>
              <a:t>Click to </a:t>
            </a:r>
            <a:r>
              <a:rPr lang="fr-FR" dirty="0" err="1" smtClean="0"/>
              <a:t>edit</a:t>
            </a:r>
            <a:r>
              <a:rPr lang="fr-FR" dirty="0" smtClean="0"/>
              <a:t> Master </a:t>
            </a:r>
            <a:r>
              <a:rPr lang="fr-FR" dirty="0" err="1" smtClean="0"/>
              <a:t>text</a:t>
            </a:r>
            <a:r>
              <a:rPr lang="fr-FR" dirty="0" smtClean="0"/>
              <a:t> style</a:t>
            </a:r>
          </a:p>
        </p:txBody>
      </p:sp>
    </p:spTree>
    <p:extLst>
      <p:ext uri="{BB962C8B-B14F-4D97-AF65-F5344CB8AC3E}">
        <p14:creationId xmlns:p14="http://schemas.microsoft.com/office/powerpoint/2010/main" xmlns="" val="1263400031"/>
      </p:ext>
    </p:extLst>
  </p:cSld>
  <p:clrMapOvr>
    <a:masterClrMapping/>
  </p:clrMapOvr>
  <p:timing>
    <p:tnLst>
      <p:par>
        <p:cTn id="1" dur="indefinite" restart="never" nodeType="tmRoot"/>
      </p:par>
    </p:tnLst>
  </p:timing>
  <p:hf sldNum="0" hdr="0" dt="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ntent Master">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p:custDataLst>
              <p:tags r:id="rId2"/>
            </p:custDataLst>
          </p:nvPr>
        </p:nvGraphicFramePr>
        <p:xfrm>
          <a:off x="0" y="1"/>
          <a:ext cx="135749" cy="143985"/>
        </p:xfrm>
        <a:graphic>
          <a:graphicData uri="http://schemas.openxmlformats.org/presentationml/2006/ole">
            <p:oleObj spid="_x0000_s3076" name="think-cell Slide" r:id="rId6" imgW="360" imgH="360" progId="">
              <p:embed/>
            </p:oleObj>
          </a:graphicData>
        </a:graphic>
      </p:graphicFrame>
      <p:sp>
        <p:nvSpPr>
          <p:cNvPr id="2" name="Title 1"/>
          <p:cNvSpPr>
            <a:spLocks noGrp="1"/>
          </p:cNvSpPr>
          <p:nvPr>
            <p:ph type="title" hasCustomPrompt="1"/>
            <p:custDataLst>
              <p:tags r:id="rId3"/>
            </p:custDataLst>
          </p:nvPr>
        </p:nvSpPr>
        <p:spPr/>
        <p:txBody>
          <a:bodyPr/>
          <a:lstStyle>
            <a:lvl1pPr>
              <a:defRPr/>
            </a:lvl1pPr>
          </a:lstStyle>
          <a:p>
            <a:r>
              <a:rPr lang="en-US" noProof="0" dirty="0" smtClean="0"/>
              <a:t>Click to edit Master title style</a:t>
            </a:r>
            <a:endParaRPr lang="en-US" dirty="0"/>
          </a:p>
        </p:txBody>
      </p:sp>
      <p:sp>
        <p:nvSpPr>
          <p:cNvPr id="3" name="Content Placeholder 2"/>
          <p:cNvSpPr>
            <a:spLocks noGrp="1"/>
          </p:cNvSpPr>
          <p:nvPr>
            <p:ph idx="1" hasCustomPrompt="1"/>
            <p:custDataLst>
              <p:tags r:id="rId4"/>
            </p:custDataLst>
          </p:nvPr>
        </p:nvSpPr>
        <p:spPr>
          <a:xfrm>
            <a:off x="298516" y="1494766"/>
            <a:ext cx="8845484" cy="4643751"/>
          </a:xfrm>
        </p:spPr>
        <p:txBody>
          <a:bodyPr/>
          <a:lstStyle>
            <a:lvl1pPr>
              <a:defRPr b="0"/>
            </a:lvl1pPr>
            <a:lvl5pPr>
              <a:buNone/>
              <a:defRPr/>
            </a:lvl5pPr>
          </a:lstStyle>
          <a:p>
            <a:pPr lvl="0"/>
            <a:r>
              <a:rPr lang="en-US" noProof="0" dirty="0" smtClean="0"/>
              <a:t>Click to edit Master text style</a:t>
            </a:r>
          </a:p>
          <a:p>
            <a:pPr lvl="1"/>
            <a:r>
              <a:rPr lang="en-US" noProof="0" dirty="0" smtClean="0"/>
              <a:t>Text style level 2</a:t>
            </a:r>
          </a:p>
          <a:p>
            <a:pPr lvl="2"/>
            <a:r>
              <a:rPr lang="en-US" noProof="0" dirty="0" smtClean="0"/>
              <a:t>Text style level 3</a:t>
            </a:r>
          </a:p>
          <a:p>
            <a:pPr lvl="3"/>
            <a:r>
              <a:rPr lang="en-US" noProof="0" dirty="0" smtClean="0"/>
              <a:t>Text style level 4</a:t>
            </a:r>
          </a:p>
        </p:txBody>
      </p:sp>
    </p:spTree>
    <p:extLst>
      <p:ext uri="{BB962C8B-B14F-4D97-AF65-F5344CB8AC3E}">
        <p14:creationId xmlns:p14="http://schemas.microsoft.com/office/powerpoint/2010/main" xmlns="" val="1435573842"/>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LessonObjective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4" name="Content Placeholder 2"/>
          <p:cNvSpPr>
            <a:spLocks noGrp="1"/>
          </p:cNvSpPr>
          <p:nvPr>
            <p:ph idx="1" hasCustomPrompt="1"/>
            <p:custDataLst>
              <p:tags r:id="rId1"/>
            </p:custDataLst>
          </p:nvPr>
        </p:nvSpPr>
        <p:spPr>
          <a:xfrm>
            <a:off x="298516" y="1494766"/>
            <a:ext cx="6793764" cy="4643751"/>
          </a:xfrm>
        </p:spPr>
        <p:txBody>
          <a:bodyPr/>
          <a:lstStyle>
            <a:lvl1pPr>
              <a:defRPr b="0"/>
            </a:lvl1pPr>
            <a:lvl5pPr>
              <a:buNone/>
              <a:defRPr/>
            </a:lvl5pPr>
          </a:lstStyle>
          <a:p>
            <a:pPr lvl="0"/>
            <a:r>
              <a:rPr lang="en-US" noProof="0" dirty="0" smtClean="0"/>
              <a:t>Click to edit Master text style</a:t>
            </a:r>
          </a:p>
          <a:p>
            <a:pPr lvl="1"/>
            <a:r>
              <a:rPr lang="en-US" noProof="0" dirty="0" smtClean="0"/>
              <a:t>Text style level 2</a:t>
            </a:r>
          </a:p>
          <a:p>
            <a:pPr lvl="2"/>
            <a:r>
              <a:rPr lang="en-US" noProof="0" dirty="0" smtClean="0"/>
              <a:t>Text style level 3</a:t>
            </a:r>
          </a:p>
          <a:p>
            <a:pPr lvl="3"/>
            <a:r>
              <a:rPr lang="en-US" noProof="0" dirty="0" smtClean="0"/>
              <a:t>Text style level 4</a:t>
            </a:r>
          </a:p>
        </p:txBody>
      </p:sp>
      <p:pic>
        <p:nvPicPr>
          <p:cNvPr id="6" name="Picture 5"/>
          <p:cNvPicPr>
            <a:picLocks noChangeAspect="1"/>
          </p:cNvPicPr>
          <p:nvPr userDrawn="1"/>
        </p:nvPicPr>
        <p:blipFill>
          <a:blip r:embed="rId3">
            <a:extLst>
              <a:ext uri="{28A0092B-C50C-407E-A947-70E740481C1C}">
                <a14:useLocalDpi xmlns:a14="http://schemas.microsoft.com/office/drawing/2010/main" xmlns="" val="0"/>
              </a:ext>
            </a:extLst>
          </a:blip>
          <a:stretch>
            <a:fillRect/>
          </a:stretch>
        </p:blipFill>
        <p:spPr>
          <a:xfrm>
            <a:off x="7092280" y="1828800"/>
            <a:ext cx="2003192" cy="2011680"/>
          </a:xfrm>
          <a:prstGeom prst="rect">
            <a:avLst/>
          </a:prstGeom>
        </p:spPr>
      </p:pic>
    </p:spTree>
    <p:extLst>
      <p:ext uri="{BB962C8B-B14F-4D97-AF65-F5344CB8AC3E}">
        <p14:creationId xmlns:p14="http://schemas.microsoft.com/office/powerpoint/2010/main" xmlns="" val="1454099351"/>
      </p:ext>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Dem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4" name="Content Placeholder 2"/>
          <p:cNvSpPr>
            <a:spLocks noGrp="1"/>
          </p:cNvSpPr>
          <p:nvPr>
            <p:ph idx="1" hasCustomPrompt="1"/>
            <p:custDataLst>
              <p:tags r:id="rId1"/>
            </p:custDataLst>
          </p:nvPr>
        </p:nvSpPr>
        <p:spPr>
          <a:xfrm>
            <a:off x="298517" y="1494766"/>
            <a:ext cx="6649748" cy="4643751"/>
          </a:xfrm>
        </p:spPr>
        <p:txBody>
          <a:bodyPr/>
          <a:lstStyle>
            <a:lvl1pPr>
              <a:defRPr b="0"/>
            </a:lvl1pPr>
            <a:lvl5pPr>
              <a:buNone/>
              <a:defRPr/>
            </a:lvl5pPr>
          </a:lstStyle>
          <a:p>
            <a:pPr lvl="0"/>
            <a:r>
              <a:rPr lang="en-US" noProof="0" dirty="0" smtClean="0"/>
              <a:t>Click to edit Master text style</a:t>
            </a:r>
          </a:p>
          <a:p>
            <a:pPr lvl="1"/>
            <a:r>
              <a:rPr lang="en-US" noProof="0" dirty="0" smtClean="0"/>
              <a:t>Text style level 2</a:t>
            </a:r>
          </a:p>
          <a:p>
            <a:pPr lvl="2"/>
            <a:r>
              <a:rPr lang="en-US" noProof="0" dirty="0" smtClean="0"/>
              <a:t>Text style level 3</a:t>
            </a:r>
          </a:p>
          <a:p>
            <a:pPr lvl="3"/>
            <a:r>
              <a:rPr lang="en-US" noProof="0" dirty="0" smtClean="0"/>
              <a:t>Text style level 4</a:t>
            </a:r>
          </a:p>
        </p:txBody>
      </p:sp>
      <p:pic>
        <p:nvPicPr>
          <p:cNvPr id="17410" name="Picture 2"/>
          <p:cNvPicPr>
            <a:picLocks noChangeAspect="1" noChangeArrowheads="1"/>
          </p:cNvPicPr>
          <p:nvPr userDrawn="1"/>
        </p:nvPicPr>
        <p:blipFill>
          <a:blip r:embed="rId3">
            <a:extLst>
              <a:ext uri="{28A0092B-C50C-407E-A947-70E740481C1C}">
                <a14:useLocalDpi xmlns:a14="http://schemas.microsoft.com/office/drawing/2010/main" xmlns="" val="0"/>
              </a:ext>
            </a:extLst>
          </a:blip>
          <a:srcRect/>
          <a:stretch>
            <a:fillRect/>
          </a:stretch>
        </p:blipFill>
        <p:spPr bwMode="auto">
          <a:xfrm>
            <a:off x="7020272" y="1828800"/>
            <a:ext cx="2103120" cy="1555494"/>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Tree>
    <p:extLst>
      <p:ext uri="{BB962C8B-B14F-4D97-AF65-F5344CB8AC3E}">
        <p14:creationId xmlns:p14="http://schemas.microsoft.com/office/powerpoint/2010/main" xmlns="" val="103526404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Lab">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4" name="Content Placeholder 2"/>
          <p:cNvSpPr>
            <a:spLocks noGrp="1"/>
          </p:cNvSpPr>
          <p:nvPr>
            <p:ph idx="1" hasCustomPrompt="1"/>
            <p:custDataLst>
              <p:tags r:id="rId1"/>
            </p:custDataLst>
          </p:nvPr>
        </p:nvSpPr>
        <p:spPr>
          <a:xfrm>
            <a:off x="298517" y="1494766"/>
            <a:ext cx="6559484" cy="4643751"/>
          </a:xfrm>
        </p:spPr>
        <p:txBody>
          <a:bodyPr/>
          <a:lstStyle>
            <a:lvl1pPr>
              <a:defRPr b="0"/>
            </a:lvl1pPr>
            <a:lvl5pPr>
              <a:buNone/>
              <a:defRPr/>
            </a:lvl5pPr>
          </a:lstStyle>
          <a:p>
            <a:pPr lvl="0"/>
            <a:r>
              <a:rPr lang="en-US" noProof="0" dirty="0" smtClean="0"/>
              <a:t>Click to edit Master text style</a:t>
            </a:r>
          </a:p>
          <a:p>
            <a:pPr lvl="1"/>
            <a:r>
              <a:rPr lang="en-US" noProof="0" dirty="0" smtClean="0"/>
              <a:t>Text style level 2</a:t>
            </a:r>
          </a:p>
          <a:p>
            <a:pPr lvl="2"/>
            <a:r>
              <a:rPr lang="en-US" noProof="0" dirty="0" smtClean="0"/>
              <a:t>Text style level 3</a:t>
            </a:r>
          </a:p>
          <a:p>
            <a:pPr lvl="3"/>
            <a:r>
              <a:rPr lang="en-US" noProof="0" dirty="0" smtClean="0"/>
              <a:t>Text style level 4</a:t>
            </a:r>
          </a:p>
        </p:txBody>
      </p:sp>
      <p:pic>
        <p:nvPicPr>
          <p:cNvPr id="18434" name="Picture 2"/>
          <p:cNvPicPr>
            <a:picLocks noChangeAspect="1" noChangeArrowheads="1"/>
          </p:cNvPicPr>
          <p:nvPr userDrawn="1"/>
        </p:nvPicPr>
        <p:blipFill>
          <a:blip r:embed="rId3">
            <a:extLst>
              <a:ext uri="{28A0092B-C50C-407E-A947-70E740481C1C}">
                <a14:useLocalDpi xmlns:a14="http://schemas.microsoft.com/office/drawing/2010/main" xmlns="" val="0"/>
              </a:ext>
            </a:extLst>
          </a:blip>
          <a:srcRect/>
          <a:stretch>
            <a:fillRect/>
          </a:stretch>
        </p:blipFill>
        <p:spPr bwMode="auto">
          <a:xfrm>
            <a:off x="6858000" y="1828800"/>
            <a:ext cx="2286000" cy="1603988"/>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Tree>
    <p:extLst>
      <p:ext uri="{BB962C8B-B14F-4D97-AF65-F5344CB8AC3E}">
        <p14:creationId xmlns:p14="http://schemas.microsoft.com/office/powerpoint/2010/main" xmlns="" val="16591795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ummar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4" name="Content Placeholder 2"/>
          <p:cNvSpPr>
            <a:spLocks noGrp="1"/>
          </p:cNvSpPr>
          <p:nvPr>
            <p:ph idx="1" hasCustomPrompt="1"/>
            <p:custDataLst>
              <p:tags r:id="rId1"/>
            </p:custDataLst>
          </p:nvPr>
        </p:nvSpPr>
        <p:spPr>
          <a:xfrm>
            <a:off x="298516" y="1494766"/>
            <a:ext cx="6887389" cy="4643751"/>
          </a:xfrm>
        </p:spPr>
        <p:txBody>
          <a:bodyPr/>
          <a:lstStyle>
            <a:lvl1pPr>
              <a:defRPr b="0"/>
            </a:lvl1pPr>
            <a:lvl5pPr>
              <a:buNone/>
              <a:defRPr/>
            </a:lvl5pPr>
          </a:lstStyle>
          <a:p>
            <a:pPr lvl="0"/>
            <a:r>
              <a:rPr lang="en-US" noProof="0" dirty="0" smtClean="0"/>
              <a:t>Click to edit Master text style</a:t>
            </a:r>
          </a:p>
          <a:p>
            <a:pPr lvl="1"/>
            <a:r>
              <a:rPr lang="en-US" noProof="0" dirty="0" smtClean="0"/>
              <a:t>Text style level 2</a:t>
            </a:r>
          </a:p>
          <a:p>
            <a:pPr lvl="2"/>
            <a:r>
              <a:rPr lang="en-US" noProof="0" dirty="0" smtClean="0"/>
              <a:t>Text style level 3</a:t>
            </a:r>
          </a:p>
          <a:p>
            <a:pPr lvl="3"/>
            <a:r>
              <a:rPr lang="en-US" noProof="0" dirty="0" smtClean="0"/>
              <a:t>Text style level 4</a:t>
            </a:r>
          </a:p>
        </p:txBody>
      </p:sp>
      <p:pic>
        <p:nvPicPr>
          <p:cNvPr id="19458" name="Picture 2" descr="http://www.strategic-resume.com/wp-content/uploads/2015/08/SummaryIcon.png"/>
          <p:cNvPicPr>
            <a:picLocks noChangeAspect="1" noChangeArrowheads="1"/>
          </p:cNvPicPr>
          <p:nvPr userDrawn="1"/>
        </p:nvPicPr>
        <p:blipFill>
          <a:blip r:embed="rId3">
            <a:extLst>
              <a:ext uri="{28A0092B-C50C-407E-A947-70E740481C1C}">
                <a14:useLocalDpi xmlns:a14="http://schemas.microsoft.com/office/drawing/2010/main" xmlns="" val="0"/>
              </a:ext>
            </a:extLst>
          </a:blip>
          <a:srcRect/>
          <a:stretch>
            <a:fillRect/>
          </a:stretch>
        </p:blipFill>
        <p:spPr bwMode="auto">
          <a:xfrm>
            <a:off x="7282885" y="1494990"/>
            <a:ext cx="1638300" cy="1714500"/>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xmlns="" val="15063718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Assessm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4" name="Content Placeholder 2"/>
          <p:cNvSpPr>
            <a:spLocks noGrp="1"/>
          </p:cNvSpPr>
          <p:nvPr>
            <p:ph idx="1" hasCustomPrompt="1"/>
            <p:custDataLst>
              <p:tags r:id="rId1"/>
            </p:custDataLst>
          </p:nvPr>
        </p:nvSpPr>
        <p:spPr>
          <a:xfrm>
            <a:off x="298516" y="1494766"/>
            <a:ext cx="6887389" cy="4643751"/>
          </a:xfrm>
        </p:spPr>
        <p:txBody>
          <a:bodyPr/>
          <a:lstStyle>
            <a:lvl1pPr>
              <a:defRPr b="0"/>
            </a:lvl1pPr>
            <a:lvl5pPr>
              <a:buNone/>
              <a:defRPr/>
            </a:lvl5pPr>
          </a:lstStyle>
          <a:p>
            <a:pPr lvl="0"/>
            <a:r>
              <a:rPr lang="en-US" noProof="0" dirty="0" smtClean="0"/>
              <a:t>Click to edit Master text style</a:t>
            </a:r>
          </a:p>
          <a:p>
            <a:pPr lvl="1"/>
            <a:r>
              <a:rPr lang="en-US" noProof="0" dirty="0" smtClean="0"/>
              <a:t>Text style level 2</a:t>
            </a:r>
          </a:p>
          <a:p>
            <a:pPr lvl="2"/>
            <a:r>
              <a:rPr lang="en-US" noProof="0" dirty="0" smtClean="0"/>
              <a:t>Text style level 3</a:t>
            </a:r>
          </a:p>
          <a:p>
            <a:pPr lvl="3"/>
            <a:r>
              <a:rPr lang="en-US" noProof="0" dirty="0" smtClean="0"/>
              <a:t>Text style level 4</a:t>
            </a:r>
          </a:p>
        </p:txBody>
      </p:sp>
      <p:pic>
        <p:nvPicPr>
          <p:cNvPr id="20482" name="Picture 2"/>
          <p:cNvPicPr>
            <a:picLocks noChangeAspect="1" noChangeArrowheads="1"/>
          </p:cNvPicPr>
          <p:nvPr userDrawn="1"/>
        </p:nvPicPr>
        <p:blipFill>
          <a:blip r:embed="rId3">
            <a:extLst>
              <a:ext uri="{28A0092B-C50C-407E-A947-70E740481C1C}">
                <a14:useLocalDpi xmlns:a14="http://schemas.microsoft.com/office/drawing/2010/main" xmlns="" val="0"/>
              </a:ext>
            </a:extLst>
          </a:blip>
          <a:srcRect/>
          <a:stretch>
            <a:fillRect/>
          </a:stretch>
        </p:blipFill>
        <p:spPr bwMode="auto">
          <a:xfrm>
            <a:off x="7270375" y="1828800"/>
            <a:ext cx="1828800" cy="1819422"/>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Tree>
    <p:extLst>
      <p:ext uri="{BB962C8B-B14F-4D97-AF65-F5344CB8AC3E}">
        <p14:creationId xmlns:p14="http://schemas.microsoft.com/office/powerpoint/2010/main" xmlns="" val="135981200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Assessment_Blank">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pic>
        <p:nvPicPr>
          <p:cNvPr id="8" name="Picture 2"/>
          <p:cNvPicPr>
            <a:picLocks noChangeAspect="1" noChangeArrowheads="1"/>
          </p:cNvPicPr>
          <p:nvPr userDrawn="1"/>
        </p:nvPicPr>
        <p:blipFill>
          <a:blip r:embed="rId2">
            <a:extLst>
              <a:ext uri="{28A0092B-C50C-407E-A947-70E740481C1C}">
                <a14:useLocalDpi xmlns:a14="http://schemas.microsoft.com/office/drawing/2010/main" xmlns="" val="0"/>
              </a:ext>
            </a:extLst>
          </a:blip>
          <a:srcRect/>
          <a:stretch>
            <a:fillRect/>
          </a:stretch>
        </p:blipFill>
        <p:spPr bwMode="auto">
          <a:xfrm>
            <a:off x="7270375" y="1828800"/>
            <a:ext cx="1828800" cy="1819422"/>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Tree>
    <p:extLst>
      <p:ext uri="{BB962C8B-B14F-4D97-AF65-F5344CB8AC3E}">
        <p14:creationId xmlns:p14="http://schemas.microsoft.com/office/powerpoint/2010/main" xmlns="" val="35371202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2_Objectiv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4" name="Content Placeholder 2"/>
          <p:cNvSpPr>
            <a:spLocks noGrp="1"/>
          </p:cNvSpPr>
          <p:nvPr>
            <p:ph idx="1" hasCustomPrompt="1"/>
            <p:custDataLst>
              <p:tags r:id="rId1"/>
            </p:custDataLst>
          </p:nvPr>
        </p:nvSpPr>
        <p:spPr>
          <a:xfrm>
            <a:off x="298516" y="1494766"/>
            <a:ext cx="6887389" cy="4643751"/>
          </a:xfrm>
        </p:spPr>
        <p:txBody>
          <a:bodyPr/>
          <a:lstStyle>
            <a:lvl1pPr>
              <a:defRPr b="0"/>
            </a:lvl1pPr>
            <a:lvl5pPr>
              <a:buNone/>
              <a:defRPr/>
            </a:lvl5pPr>
          </a:lstStyle>
          <a:p>
            <a:pPr lvl="0"/>
            <a:r>
              <a:rPr lang="en-US" noProof="0" dirty="0" smtClean="0"/>
              <a:t>Click to edit Master text style</a:t>
            </a:r>
          </a:p>
          <a:p>
            <a:pPr lvl="1"/>
            <a:r>
              <a:rPr lang="en-US" noProof="0" dirty="0" smtClean="0"/>
              <a:t>Text style level 2</a:t>
            </a:r>
          </a:p>
          <a:p>
            <a:pPr lvl="2"/>
            <a:r>
              <a:rPr lang="en-US" noProof="0" dirty="0" smtClean="0"/>
              <a:t>Text style level 3</a:t>
            </a:r>
          </a:p>
          <a:p>
            <a:pPr lvl="3"/>
            <a:r>
              <a:rPr lang="en-US" noProof="0" dirty="0" smtClean="0"/>
              <a:t>Text style level 4</a:t>
            </a:r>
          </a:p>
        </p:txBody>
      </p:sp>
    </p:spTree>
    <p:extLst>
      <p:ext uri="{BB962C8B-B14F-4D97-AF65-F5344CB8AC3E}">
        <p14:creationId xmlns:p14="http://schemas.microsoft.com/office/powerpoint/2010/main" xmlns="" val="399174971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ntent &amp; Heading">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p:custDataLst>
              <p:tags r:id="rId2"/>
            </p:custDataLst>
          </p:nvPr>
        </p:nvGraphicFramePr>
        <p:xfrm>
          <a:off x="0" y="1"/>
          <a:ext cx="135749" cy="143985"/>
        </p:xfrm>
        <a:graphic>
          <a:graphicData uri="http://schemas.openxmlformats.org/presentationml/2006/ole">
            <p:oleObj spid="_x0000_s4100" name="think-cell Slide" r:id="rId7" imgW="360" imgH="360" progId="">
              <p:embed/>
            </p:oleObj>
          </a:graphicData>
        </a:graphic>
      </p:graphicFrame>
      <p:sp>
        <p:nvSpPr>
          <p:cNvPr id="2" name="Title 1"/>
          <p:cNvSpPr>
            <a:spLocks noGrp="1"/>
          </p:cNvSpPr>
          <p:nvPr>
            <p:ph type="title" hasCustomPrompt="1"/>
            <p:custDataLst>
              <p:tags r:id="rId3"/>
            </p:custDataLst>
          </p:nvPr>
        </p:nvSpPr>
        <p:spPr/>
        <p:txBody>
          <a:bodyPr/>
          <a:lstStyle>
            <a:lvl1pPr>
              <a:defRPr/>
            </a:lvl1pPr>
          </a:lstStyle>
          <a:p>
            <a:r>
              <a:rPr lang="en-US" noProof="0" dirty="0" smtClean="0"/>
              <a:t>Click to edit Master title style</a:t>
            </a:r>
            <a:endParaRPr lang="en-US" dirty="0"/>
          </a:p>
        </p:txBody>
      </p:sp>
      <p:sp>
        <p:nvSpPr>
          <p:cNvPr id="3" name="Content Placeholder 2"/>
          <p:cNvSpPr>
            <a:spLocks noGrp="1"/>
          </p:cNvSpPr>
          <p:nvPr>
            <p:ph idx="1" hasCustomPrompt="1"/>
            <p:custDataLst>
              <p:tags r:id="rId4"/>
            </p:custDataLst>
          </p:nvPr>
        </p:nvSpPr>
        <p:spPr>
          <a:xfrm>
            <a:off x="298516" y="2111956"/>
            <a:ext cx="8845484" cy="4026560"/>
          </a:xfrm>
        </p:spPr>
        <p:txBody>
          <a:bodyPr/>
          <a:lstStyle>
            <a:lvl1pPr>
              <a:defRPr b="0"/>
            </a:lvl1pPr>
          </a:lstStyle>
          <a:p>
            <a:pPr lvl="0"/>
            <a:r>
              <a:rPr lang="en-US" noProof="0" dirty="0" smtClean="0"/>
              <a:t>Click to edit Master text style</a:t>
            </a:r>
          </a:p>
          <a:p>
            <a:pPr lvl="1"/>
            <a:r>
              <a:rPr lang="en-US" noProof="0" dirty="0" smtClean="0"/>
              <a:t>Text style level 2</a:t>
            </a:r>
          </a:p>
          <a:p>
            <a:pPr lvl="2"/>
            <a:r>
              <a:rPr lang="en-US" noProof="0" dirty="0" smtClean="0"/>
              <a:t>Text style level 3</a:t>
            </a:r>
          </a:p>
          <a:p>
            <a:pPr lvl="3"/>
            <a:r>
              <a:rPr lang="en-US" noProof="0" dirty="0" smtClean="0"/>
              <a:t>Text style level 4</a:t>
            </a:r>
          </a:p>
        </p:txBody>
      </p:sp>
      <p:sp>
        <p:nvSpPr>
          <p:cNvPr id="8" name="Espace réservé du texte 7"/>
          <p:cNvSpPr>
            <a:spLocks noGrp="1"/>
          </p:cNvSpPr>
          <p:nvPr>
            <p:ph type="body" sz="quarter" idx="11" hasCustomPrompt="1"/>
            <p:custDataLst>
              <p:tags r:id="rId5"/>
            </p:custDataLst>
          </p:nvPr>
        </p:nvSpPr>
        <p:spPr>
          <a:xfrm>
            <a:off x="298604" y="1495447"/>
            <a:ext cx="8860286" cy="643612"/>
          </a:xfrm>
        </p:spPr>
        <p:txBody>
          <a:bodyPr/>
          <a:lstStyle>
            <a:lvl1pPr marL="0" indent="0">
              <a:buNone/>
              <a:defRPr b="1">
                <a:solidFill>
                  <a:schemeClr val="accent2"/>
                </a:solidFill>
              </a:defRPr>
            </a:lvl1pPr>
          </a:lstStyle>
          <a:p>
            <a:pPr lvl="0"/>
            <a:r>
              <a:rPr lang="fr-FR" dirty="0" smtClean="0"/>
              <a:t>Click to </a:t>
            </a:r>
            <a:r>
              <a:rPr lang="fr-FR" dirty="0" err="1" smtClean="0"/>
              <a:t>edit</a:t>
            </a:r>
            <a:r>
              <a:rPr lang="fr-FR" dirty="0" smtClean="0"/>
              <a:t> Master </a:t>
            </a:r>
            <a:r>
              <a:rPr lang="fr-FR" dirty="0" err="1" smtClean="0"/>
              <a:t>text</a:t>
            </a:r>
            <a:r>
              <a:rPr lang="fr-FR" dirty="0" smtClean="0"/>
              <a:t> style</a:t>
            </a:r>
          </a:p>
        </p:txBody>
      </p:sp>
    </p:spTree>
    <p:extLst>
      <p:ext uri="{BB962C8B-B14F-4D97-AF65-F5344CB8AC3E}">
        <p14:creationId xmlns:p14="http://schemas.microsoft.com/office/powerpoint/2010/main" xmlns="" val="454143838"/>
      </p:ext>
    </p:extLst>
  </p:cSld>
  <p:clrMapOvr>
    <a:masterClrMapping/>
  </p:clrMapOvr>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2 Contents">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2"/>
            </p:custDataLst>
          </p:nvPr>
        </p:nvGraphicFramePr>
        <p:xfrm>
          <a:off x="0" y="0"/>
          <a:ext cx="146538" cy="158750"/>
        </p:xfrm>
        <a:graphic>
          <a:graphicData uri="http://schemas.openxmlformats.org/presentationml/2006/ole">
            <p:oleObj spid="_x0000_s5124" name="think-cell Slide" r:id="rId7" imgW="360" imgH="360" progId="">
              <p:embed/>
            </p:oleObj>
          </a:graphicData>
        </a:graphic>
      </p:graphicFrame>
      <p:sp>
        <p:nvSpPr>
          <p:cNvPr id="2" name="Titre 1"/>
          <p:cNvSpPr>
            <a:spLocks noGrp="1"/>
          </p:cNvSpPr>
          <p:nvPr>
            <p:ph type="title" hasCustomPrompt="1"/>
            <p:custDataLst>
              <p:tags r:id="rId3"/>
            </p:custDataLst>
          </p:nvPr>
        </p:nvSpPr>
        <p:spPr/>
        <p:txBody>
          <a:bodyPr/>
          <a:lstStyle>
            <a:lvl1pPr>
              <a:defRPr/>
            </a:lvl1pPr>
          </a:lstStyle>
          <a:p>
            <a:pPr lvl="0"/>
            <a:r>
              <a:rPr lang="en-US" noProof="0" dirty="0" smtClean="0"/>
              <a:t>Click to edit Master title style</a:t>
            </a:r>
          </a:p>
        </p:txBody>
      </p:sp>
      <p:sp>
        <p:nvSpPr>
          <p:cNvPr id="4" name="Espace réservé du contenu 3"/>
          <p:cNvSpPr>
            <a:spLocks noGrp="1"/>
          </p:cNvSpPr>
          <p:nvPr>
            <p:ph sz="quarter" idx="10" hasCustomPrompt="1"/>
            <p:custDataLst>
              <p:tags r:id="rId4"/>
            </p:custDataLst>
          </p:nvPr>
        </p:nvSpPr>
        <p:spPr>
          <a:xfrm>
            <a:off x="290500" y="1533439"/>
            <a:ext cx="4155820" cy="4715504"/>
          </a:xfrm>
        </p:spPr>
        <p:txBody>
          <a:bodyPr/>
          <a:lstStyle>
            <a:lvl1pPr>
              <a:defRPr sz="2000"/>
            </a:lvl1pPr>
          </a:lstStyle>
          <a:p>
            <a:pPr lvl="0"/>
            <a:r>
              <a:rPr lang="en-US" noProof="0" dirty="0" smtClean="0"/>
              <a:t>Click to edit Master text style</a:t>
            </a:r>
          </a:p>
          <a:p>
            <a:pPr lvl="1"/>
            <a:r>
              <a:rPr lang="en-US" noProof="0" dirty="0" smtClean="0"/>
              <a:t>Text style level 2</a:t>
            </a:r>
          </a:p>
          <a:p>
            <a:pPr lvl="2"/>
            <a:r>
              <a:rPr lang="en-US" noProof="0" dirty="0" smtClean="0"/>
              <a:t>Text style level 3</a:t>
            </a:r>
          </a:p>
          <a:p>
            <a:pPr lvl="3"/>
            <a:r>
              <a:rPr lang="en-US" noProof="0" dirty="0" smtClean="0"/>
              <a:t>Text style level 4</a:t>
            </a:r>
          </a:p>
        </p:txBody>
      </p:sp>
      <p:sp>
        <p:nvSpPr>
          <p:cNvPr id="6" name="Espace réservé du contenu 5"/>
          <p:cNvSpPr>
            <a:spLocks noGrp="1"/>
          </p:cNvSpPr>
          <p:nvPr>
            <p:ph sz="quarter" idx="11" hasCustomPrompt="1"/>
            <p:custDataLst>
              <p:tags r:id="rId5"/>
            </p:custDataLst>
          </p:nvPr>
        </p:nvSpPr>
        <p:spPr>
          <a:xfrm>
            <a:off x="4636466" y="1533440"/>
            <a:ext cx="4155820" cy="4725584"/>
          </a:xfrm>
        </p:spPr>
        <p:txBody>
          <a:bodyPr/>
          <a:lstStyle>
            <a:lvl1pPr>
              <a:defRPr sz="2000"/>
            </a:lvl1pPr>
          </a:lstStyle>
          <a:p>
            <a:pPr lvl="0"/>
            <a:r>
              <a:rPr lang="en-US" noProof="0" dirty="0" smtClean="0"/>
              <a:t>Click to edit Master text style</a:t>
            </a:r>
          </a:p>
          <a:p>
            <a:pPr lvl="1"/>
            <a:r>
              <a:rPr lang="en-US" noProof="0" dirty="0" smtClean="0"/>
              <a:t>Text style level 2</a:t>
            </a:r>
          </a:p>
          <a:p>
            <a:pPr lvl="2"/>
            <a:r>
              <a:rPr lang="en-US" noProof="0" dirty="0" smtClean="0"/>
              <a:t>Text style level 3</a:t>
            </a:r>
          </a:p>
          <a:p>
            <a:pPr lvl="3"/>
            <a:r>
              <a:rPr lang="en-US" noProof="0" dirty="0" smtClean="0"/>
              <a:t>Text style level 4</a:t>
            </a:r>
          </a:p>
        </p:txBody>
      </p:sp>
    </p:spTree>
    <p:extLst>
      <p:ext uri="{BB962C8B-B14F-4D97-AF65-F5344CB8AC3E}">
        <p14:creationId xmlns:p14="http://schemas.microsoft.com/office/powerpoint/2010/main" xmlns="" val="2615278147"/>
      </p:ext>
    </p:extLst>
  </p:cSld>
  <p:clrMapOvr>
    <a:masterClrMapping/>
  </p:clrMapOvr>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2 Contents &amp; Headings">
    <p:spTree>
      <p:nvGrpSpPr>
        <p:cNvPr id="1" name=""/>
        <p:cNvGrpSpPr/>
        <p:nvPr/>
      </p:nvGrpSpPr>
      <p:grpSpPr>
        <a:xfrm>
          <a:off x="0" y="0"/>
          <a:ext cx="0" cy="0"/>
          <a:chOff x="0" y="0"/>
          <a:chExt cx="0" cy="0"/>
        </a:xfrm>
      </p:grpSpPr>
      <p:graphicFrame>
        <p:nvGraphicFramePr>
          <p:cNvPr id="8" name="Object 7" hidden="1"/>
          <p:cNvGraphicFramePr>
            <a:graphicFrameLocks noChangeAspect="1"/>
          </p:cNvGraphicFramePr>
          <p:nvPr>
            <p:custDataLst>
              <p:tags r:id="rId2"/>
            </p:custDataLst>
          </p:nvPr>
        </p:nvGraphicFramePr>
        <p:xfrm>
          <a:off x="0" y="0"/>
          <a:ext cx="146538" cy="158750"/>
        </p:xfrm>
        <a:graphic>
          <a:graphicData uri="http://schemas.openxmlformats.org/presentationml/2006/ole">
            <p:oleObj spid="_x0000_s6148" name="think-cell Slide" r:id="rId9" imgW="360" imgH="360" progId="">
              <p:embed/>
            </p:oleObj>
          </a:graphicData>
        </a:graphic>
      </p:graphicFrame>
      <p:sp>
        <p:nvSpPr>
          <p:cNvPr id="2" name="Titre 1"/>
          <p:cNvSpPr>
            <a:spLocks noGrp="1"/>
          </p:cNvSpPr>
          <p:nvPr>
            <p:ph type="title" hasCustomPrompt="1"/>
            <p:custDataLst>
              <p:tags r:id="rId3"/>
            </p:custDataLst>
          </p:nvPr>
        </p:nvSpPr>
        <p:spPr/>
        <p:txBody>
          <a:bodyPr/>
          <a:lstStyle>
            <a:lvl1pPr>
              <a:defRPr/>
            </a:lvl1pPr>
          </a:lstStyle>
          <a:p>
            <a:pPr lvl="0"/>
            <a:r>
              <a:rPr lang="en-US" noProof="0" dirty="0" smtClean="0"/>
              <a:t>Click to edit Master title style</a:t>
            </a:r>
          </a:p>
        </p:txBody>
      </p:sp>
      <p:sp>
        <p:nvSpPr>
          <p:cNvPr id="4" name="Espace réservé du contenu 3"/>
          <p:cNvSpPr>
            <a:spLocks noGrp="1"/>
          </p:cNvSpPr>
          <p:nvPr>
            <p:ph sz="quarter" idx="10" hasCustomPrompt="1"/>
            <p:custDataLst>
              <p:tags r:id="rId4"/>
            </p:custDataLst>
          </p:nvPr>
        </p:nvSpPr>
        <p:spPr>
          <a:xfrm>
            <a:off x="290500" y="2206953"/>
            <a:ext cx="4155820" cy="4041990"/>
          </a:xfrm>
        </p:spPr>
        <p:txBody>
          <a:bodyPr/>
          <a:lstStyle>
            <a:lvl1pPr>
              <a:defRPr sz="1800"/>
            </a:lvl1pPr>
            <a:lvl2pPr>
              <a:defRPr sz="1600"/>
            </a:lvl2pPr>
            <a:lvl3pPr>
              <a:defRPr sz="1400"/>
            </a:lvl3pPr>
            <a:lvl4pPr>
              <a:defRPr sz="1200"/>
            </a:lvl4pPr>
          </a:lstStyle>
          <a:p>
            <a:pPr lvl="0"/>
            <a:r>
              <a:rPr lang="en-US" noProof="0" dirty="0" smtClean="0"/>
              <a:t>Click to edit Master text style</a:t>
            </a:r>
          </a:p>
          <a:p>
            <a:pPr lvl="1"/>
            <a:r>
              <a:rPr lang="en-US" noProof="0" dirty="0" smtClean="0"/>
              <a:t>Text style level 2</a:t>
            </a:r>
          </a:p>
          <a:p>
            <a:pPr lvl="2"/>
            <a:r>
              <a:rPr lang="en-US" noProof="0" dirty="0" smtClean="0"/>
              <a:t>Text style level 3</a:t>
            </a:r>
          </a:p>
          <a:p>
            <a:pPr lvl="3"/>
            <a:r>
              <a:rPr lang="en-US" noProof="0" dirty="0" smtClean="0"/>
              <a:t>Text style level 4</a:t>
            </a:r>
          </a:p>
        </p:txBody>
      </p:sp>
      <p:sp>
        <p:nvSpPr>
          <p:cNvPr id="6" name="Espace réservé du contenu 5"/>
          <p:cNvSpPr>
            <a:spLocks noGrp="1"/>
          </p:cNvSpPr>
          <p:nvPr>
            <p:ph sz="quarter" idx="11" hasCustomPrompt="1"/>
            <p:custDataLst>
              <p:tags r:id="rId5"/>
            </p:custDataLst>
          </p:nvPr>
        </p:nvSpPr>
        <p:spPr>
          <a:xfrm>
            <a:off x="4636466" y="2208394"/>
            <a:ext cx="4155820" cy="4050630"/>
          </a:xfrm>
        </p:spPr>
        <p:txBody>
          <a:bodyPr/>
          <a:lstStyle>
            <a:lvl1pPr>
              <a:defRPr sz="1800"/>
            </a:lvl1pPr>
            <a:lvl2pPr>
              <a:defRPr sz="1600"/>
            </a:lvl2pPr>
            <a:lvl3pPr>
              <a:defRPr sz="1400"/>
            </a:lvl3pPr>
            <a:lvl4pPr>
              <a:defRPr sz="1200"/>
            </a:lvl4pPr>
          </a:lstStyle>
          <a:p>
            <a:pPr lvl="0"/>
            <a:r>
              <a:rPr lang="en-US" noProof="0" dirty="0" smtClean="0"/>
              <a:t>Click to edit Master text style</a:t>
            </a:r>
          </a:p>
          <a:p>
            <a:pPr lvl="1"/>
            <a:r>
              <a:rPr lang="en-US" noProof="0" dirty="0" smtClean="0"/>
              <a:t>Text style level 2</a:t>
            </a:r>
          </a:p>
          <a:p>
            <a:pPr lvl="2"/>
            <a:r>
              <a:rPr lang="en-US" noProof="0" dirty="0" smtClean="0"/>
              <a:t>Text style level 3</a:t>
            </a:r>
          </a:p>
          <a:p>
            <a:pPr lvl="3"/>
            <a:r>
              <a:rPr lang="en-US" noProof="0" dirty="0" smtClean="0"/>
              <a:t>Text style level 4</a:t>
            </a:r>
          </a:p>
        </p:txBody>
      </p:sp>
      <p:sp>
        <p:nvSpPr>
          <p:cNvPr id="7" name="Espace réservé du texte 6"/>
          <p:cNvSpPr>
            <a:spLocks noGrp="1"/>
          </p:cNvSpPr>
          <p:nvPr>
            <p:ph type="body" sz="quarter" idx="12" hasCustomPrompt="1"/>
            <p:custDataLst>
              <p:tags r:id="rId6"/>
            </p:custDataLst>
          </p:nvPr>
        </p:nvSpPr>
        <p:spPr>
          <a:xfrm>
            <a:off x="290501" y="1542648"/>
            <a:ext cx="4155820" cy="653034"/>
          </a:xfrm>
        </p:spPr>
        <p:txBody>
          <a:bodyPr anchor="ctr"/>
          <a:lstStyle>
            <a:lvl1pPr algn="ctr">
              <a:buNone/>
              <a:defRPr sz="2200" b="1">
                <a:solidFill>
                  <a:schemeClr val="tx2">
                    <a:lumMod val="50000"/>
                  </a:schemeClr>
                </a:solidFill>
              </a:defRPr>
            </a:lvl1pPr>
            <a:lvl5pPr>
              <a:buNone/>
              <a:defRPr/>
            </a:lvl5pPr>
          </a:lstStyle>
          <a:p>
            <a:pPr lvl="0"/>
            <a:r>
              <a:rPr lang="en-US" noProof="0" dirty="0" smtClean="0"/>
              <a:t>Click to edit Master text style</a:t>
            </a:r>
          </a:p>
        </p:txBody>
      </p:sp>
      <p:sp>
        <p:nvSpPr>
          <p:cNvPr id="9" name="Espace réservé du texte 8"/>
          <p:cNvSpPr>
            <a:spLocks noGrp="1"/>
          </p:cNvSpPr>
          <p:nvPr>
            <p:ph type="body" sz="quarter" idx="13" hasCustomPrompt="1"/>
            <p:custDataLst>
              <p:tags r:id="rId7"/>
            </p:custDataLst>
          </p:nvPr>
        </p:nvSpPr>
        <p:spPr>
          <a:xfrm>
            <a:off x="4636749" y="1533439"/>
            <a:ext cx="4155820" cy="653034"/>
          </a:xfrm>
        </p:spPr>
        <p:txBody>
          <a:bodyPr anchor="ctr"/>
          <a:lstStyle>
            <a:lvl1pPr algn="ctr">
              <a:buNone/>
              <a:defRPr lang="fr-FR" sz="2200" b="1" kern="1200" noProof="0" dirty="0" smtClean="0">
                <a:solidFill>
                  <a:schemeClr val="tx2">
                    <a:lumMod val="50000"/>
                  </a:schemeClr>
                </a:solidFill>
                <a:latin typeface="+mn-lt"/>
                <a:ea typeface="+mn-ea"/>
                <a:cs typeface="+mn-cs"/>
              </a:defRPr>
            </a:lvl1pPr>
          </a:lstStyle>
          <a:p>
            <a:pPr lvl="0"/>
            <a:r>
              <a:rPr lang="en-US" noProof="0" dirty="0" smtClean="0"/>
              <a:t>Click to edit Master text style</a:t>
            </a:r>
          </a:p>
        </p:txBody>
      </p:sp>
    </p:spTree>
    <p:extLst>
      <p:ext uri="{BB962C8B-B14F-4D97-AF65-F5344CB8AC3E}">
        <p14:creationId xmlns:p14="http://schemas.microsoft.com/office/powerpoint/2010/main" xmlns="" val="198309126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4 Content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en-US" smtClean="0"/>
              <a:t>Click to edit Master title style</a:t>
            </a:r>
            <a:endParaRPr lang="en-US"/>
          </a:p>
        </p:txBody>
      </p:sp>
      <p:sp>
        <p:nvSpPr>
          <p:cNvPr id="3" name="Text Placeholder 2"/>
          <p:cNvSpPr>
            <a:spLocks noGrp="1"/>
          </p:cNvSpPr>
          <p:nvPr>
            <p:ph type="body" idx="1" hasCustomPrompt="1"/>
          </p:nvPr>
        </p:nvSpPr>
        <p:spPr>
          <a:xfrm>
            <a:off x="408791" y="1459814"/>
            <a:ext cx="3990466" cy="468996"/>
          </a:xfrm>
          <a:solidFill>
            <a:schemeClr val="accent2"/>
          </a:solidFill>
          <a:ln w="25400">
            <a:solidFill>
              <a:schemeClr val="tx1"/>
            </a:solidFill>
            <a:headEnd/>
            <a:tailEnd/>
          </a:ln>
        </p:spPr>
        <p:style>
          <a:lnRef idx="1">
            <a:schemeClr val="accent1"/>
          </a:lnRef>
          <a:fillRef idx="3">
            <a:schemeClr val="accent1"/>
          </a:fillRef>
          <a:effectRef idx="2">
            <a:schemeClr val="accent1"/>
          </a:effectRef>
          <a:fontRef idx="none"/>
        </p:style>
        <p:txBody>
          <a:bodyPr wrap="square" anchor="ctr">
            <a:noAutofit/>
          </a:bodyPr>
          <a:lstStyle>
            <a:lvl1pPr marL="0" indent="0" algn="ctr" rtl="0" eaLnBrk="0" fontAlgn="base" hangingPunct="0">
              <a:lnSpc>
                <a:spcPct val="85000"/>
              </a:lnSpc>
              <a:spcBef>
                <a:spcPct val="0"/>
              </a:spcBef>
              <a:spcAft>
                <a:spcPct val="0"/>
              </a:spcAft>
              <a:buNone/>
              <a:defRPr lang="en-US" sz="1600" b="1" kern="1200" dirty="0" smtClean="0">
                <a:solidFill>
                  <a:schemeClr val="accent2">
                    <a:lumMod val="20000"/>
                    <a:lumOff val="80000"/>
                  </a:schemeClr>
                </a:solidFill>
                <a:latin typeface="Arial" charset="0"/>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dirty="0" smtClean="0"/>
              <a:t>Click to edit Master text style</a:t>
            </a:r>
          </a:p>
        </p:txBody>
      </p:sp>
      <p:sp>
        <p:nvSpPr>
          <p:cNvPr id="4" name="Content Placeholder 3"/>
          <p:cNvSpPr>
            <a:spLocks noGrp="1"/>
          </p:cNvSpPr>
          <p:nvPr>
            <p:ph sz="half" idx="2" hasCustomPrompt="1"/>
          </p:nvPr>
        </p:nvSpPr>
        <p:spPr>
          <a:xfrm>
            <a:off x="408791" y="1984895"/>
            <a:ext cx="3990466" cy="1685312"/>
          </a:xfrm>
          <a:ln>
            <a:solidFill>
              <a:schemeClr val="tx1"/>
            </a:solidFill>
          </a:ln>
        </p:spPr>
        <p:style>
          <a:lnRef idx="2">
            <a:schemeClr val="accent1"/>
          </a:lnRef>
          <a:fillRef idx="1">
            <a:schemeClr val="lt1"/>
          </a:fillRef>
          <a:effectRef idx="0">
            <a:schemeClr val="accent1"/>
          </a:effectRef>
          <a:fontRef idx="none"/>
        </p:style>
        <p:txBody>
          <a:bodyPr lIns="91440"/>
          <a:lstStyle>
            <a:lvl1pPr>
              <a:defRPr sz="1400"/>
            </a:lvl1pPr>
            <a:lvl2pPr>
              <a:defRPr sz="1400"/>
            </a:lvl2pPr>
            <a:lvl3pPr>
              <a:defRPr sz="1200"/>
            </a:lvl3pPr>
            <a:lvl4pPr>
              <a:defRPr sz="1100" baseline="0"/>
            </a:lvl4pPr>
            <a:lvl5pPr>
              <a:defRPr sz="1200" baseline="0"/>
            </a:lvl5pPr>
            <a:lvl6pPr>
              <a:defRPr sz="1600"/>
            </a:lvl6pPr>
            <a:lvl7pPr>
              <a:defRPr sz="1600"/>
            </a:lvl7pPr>
            <a:lvl8pPr>
              <a:defRPr sz="1600"/>
            </a:lvl8pPr>
            <a:lvl9pPr>
              <a:defRPr sz="1600"/>
            </a:lvl9pPr>
          </a:lstStyle>
          <a:p>
            <a:pPr lvl="0"/>
            <a:r>
              <a:rPr lang="en-US" noProof="0" dirty="0" smtClean="0"/>
              <a:t>Click to edit Master text style</a:t>
            </a:r>
          </a:p>
          <a:p>
            <a:pPr lvl="1"/>
            <a:r>
              <a:rPr lang="en-US" noProof="0" dirty="0" smtClean="0"/>
              <a:t>Text style level 2</a:t>
            </a:r>
          </a:p>
          <a:p>
            <a:pPr lvl="2"/>
            <a:r>
              <a:rPr lang="en-US" noProof="0" dirty="0" smtClean="0"/>
              <a:t>Text style level 3</a:t>
            </a:r>
          </a:p>
          <a:p>
            <a:pPr lvl="3"/>
            <a:r>
              <a:rPr lang="en-US" noProof="0" dirty="0" smtClean="0"/>
              <a:t>Text style level 4</a:t>
            </a:r>
          </a:p>
        </p:txBody>
      </p:sp>
      <p:sp>
        <p:nvSpPr>
          <p:cNvPr id="5" name="Text Placeholder 4"/>
          <p:cNvSpPr>
            <a:spLocks noGrp="1"/>
          </p:cNvSpPr>
          <p:nvPr>
            <p:ph type="body" sz="quarter" idx="3" hasCustomPrompt="1"/>
          </p:nvPr>
        </p:nvSpPr>
        <p:spPr>
          <a:xfrm>
            <a:off x="4766260" y="1459814"/>
            <a:ext cx="3990466" cy="468996"/>
          </a:xfrm>
          <a:solidFill>
            <a:schemeClr val="accent2"/>
          </a:solidFill>
          <a:ln w="25400">
            <a:solidFill>
              <a:schemeClr val="tx1"/>
            </a:solidFill>
            <a:headEnd/>
            <a:tailEnd/>
          </a:ln>
        </p:spPr>
        <p:style>
          <a:lnRef idx="1">
            <a:schemeClr val="accent1"/>
          </a:lnRef>
          <a:fillRef idx="3">
            <a:schemeClr val="accent1"/>
          </a:fillRef>
          <a:effectRef idx="2">
            <a:schemeClr val="accent1"/>
          </a:effectRef>
          <a:fontRef idx="none"/>
        </p:style>
        <p:txBody>
          <a:bodyPr vert="horz" wrap="square" lIns="91440" tIns="45720" rIns="91440" bIns="45720" numCol="1" anchor="ctr" anchorCtr="1" compatLnSpc="1">
            <a:prstTxWarp prst="textNoShape">
              <a:avLst/>
            </a:prstTxWarp>
            <a:noAutofit/>
          </a:bodyPr>
          <a:lstStyle>
            <a:lvl1pPr marL="0" indent="0">
              <a:buNone/>
              <a:defRPr lang="en-US" sz="1600" b="1" kern="1200" dirty="0" smtClean="0">
                <a:solidFill>
                  <a:schemeClr val="accent2">
                    <a:lumMod val="20000"/>
                    <a:lumOff val="80000"/>
                  </a:schemeClr>
                </a:solidFill>
                <a:latin typeface="Arial" charset="0"/>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dirty="0" smtClean="0"/>
              <a:t>Click to edit Master text style</a:t>
            </a:r>
          </a:p>
        </p:txBody>
      </p:sp>
      <p:sp>
        <p:nvSpPr>
          <p:cNvPr id="6" name="Content Placeholder 5"/>
          <p:cNvSpPr>
            <a:spLocks noGrp="1"/>
          </p:cNvSpPr>
          <p:nvPr>
            <p:ph sz="quarter" idx="4" hasCustomPrompt="1"/>
          </p:nvPr>
        </p:nvSpPr>
        <p:spPr>
          <a:xfrm>
            <a:off x="4766260" y="1984895"/>
            <a:ext cx="3990466" cy="1685312"/>
          </a:xfrm>
          <a:ln>
            <a:solidFill>
              <a:schemeClr val="tx1"/>
            </a:solidFill>
          </a:ln>
        </p:spPr>
        <p:style>
          <a:lnRef idx="2">
            <a:schemeClr val="accent1"/>
          </a:lnRef>
          <a:fillRef idx="1">
            <a:schemeClr val="lt1"/>
          </a:fillRef>
          <a:effectRef idx="0">
            <a:schemeClr val="accent1"/>
          </a:effectRef>
          <a:fontRef idx="none"/>
        </p:style>
        <p:txBody>
          <a:bodyPr lIns="91440"/>
          <a:lstStyle>
            <a:lvl1pPr>
              <a:defRPr sz="1400"/>
            </a:lvl1pPr>
            <a:lvl2pPr>
              <a:defRPr sz="1400"/>
            </a:lvl2pPr>
            <a:lvl3pPr>
              <a:defRPr sz="1200"/>
            </a:lvl3pPr>
            <a:lvl4pPr>
              <a:defRPr sz="1100" baseline="0"/>
            </a:lvl4pPr>
            <a:lvl5pPr>
              <a:defRPr sz="1100" baseline="0"/>
            </a:lvl5pPr>
            <a:lvl6pPr>
              <a:defRPr sz="1600"/>
            </a:lvl6pPr>
            <a:lvl7pPr>
              <a:defRPr sz="1600"/>
            </a:lvl7pPr>
            <a:lvl8pPr>
              <a:defRPr sz="1600"/>
            </a:lvl8pPr>
            <a:lvl9pPr>
              <a:defRPr sz="1600"/>
            </a:lvl9pPr>
          </a:lstStyle>
          <a:p>
            <a:pPr lvl="0"/>
            <a:r>
              <a:rPr lang="en-US" noProof="0" dirty="0" smtClean="0"/>
              <a:t>Click to edit Master text style</a:t>
            </a:r>
          </a:p>
          <a:p>
            <a:pPr lvl="1"/>
            <a:r>
              <a:rPr lang="en-US" noProof="0" dirty="0" smtClean="0"/>
              <a:t>Text style level 2</a:t>
            </a:r>
          </a:p>
          <a:p>
            <a:pPr lvl="2"/>
            <a:r>
              <a:rPr lang="en-US" noProof="0" dirty="0" smtClean="0"/>
              <a:t>Text style level 3</a:t>
            </a:r>
          </a:p>
          <a:p>
            <a:pPr lvl="3"/>
            <a:r>
              <a:rPr lang="en-US" noProof="0" dirty="0" smtClean="0"/>
              <a:t>Text style level 4</a:t>
            </a:r>
          </a:p>
        </p:txBody>
      </p:sp>
      <p:sp>
        <p:nvSpPr>
          <p:cNvPr id="7" name="Text Placeholder 2"/>
          <p:cNvSpPr>
            <a:spLocks noGrp="1"/>
          </p:cNvSpPr>
          <p:nvPr>
            <p:ph type="body" idx="12" hasCustomPrompt="1"/>
          </p:nvPr>
        </p:nvSpPr>
        <p:spPr>
          <a:xfrm>
            <a:off x="408791" y="3843789"/>
            <a:ext cx="3990466" cy="468996"/>
          </a:xfrm>
          <a:solidFill>
            <a:schemeClr val="accent2"/>
          </a:solidFill>
          <a:ln w="25400">
            <a:solidFill>
              <a:schemeClr val="tx1"/>
            </a:solidFill>
            <a:headEnd/>
            <a:tailEnd/>
          </a:ln>
        </p:spPr>
        <p:style>
          <a:lnRef idx="1">
            <a:schemeClr val="accent1"/>
          </a:lnRef>
          <a:fillRef idx="3">
            <a:schemeClr val="accent1"/>
          </a:fillRef>
          <a:effectRef idx="2">
            <a:schemeClr val="accent1"/>
          </a:effectRef>
          <a:fontRef idx="none"/>
        </p:style>
        <p:txBody>
          <a:bodyPr wrap="square" anchor="ctr">
            <a:noAutofit/>
          </a:bodyPr>
          <a:lstStyle>
            <a:lvl1pPr marL="0" indent="0" algn="ctr" rtl="0" eaLnBrk="0" fontAlgn="base" hangingPunct="0">
              <a:lnSpc>
                <a:spcPct val="85000"/>
              </a:lnSpc>
              <a:spcBef>
                <a:spcPct val="0"/>
              </a:spcBef>
              <a:spcAft>
                <a:spcPct val="0"/>
              </a:spcAft>
              <a:buNone/>
              <a:defRPr lang="en-US" sz="1600" b="1" kern="1200" dirty="0" smtClean="0">
                <a:solidFill>
                  <a:schemeClr val="accent2">
                    <a:lumMod val="20000"/>
                    <a:lumOff val="80000"/>
                  </a:schemeClr>
                </a:solidFill>
                <a:latin typeface="Arial" charset="0"/>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dirty="0" smtClean="0"/>
              <a:t>Click to edit Master text style</a:t>
            </a:r>
          </a:p>
        </p:txBody>
      </p:sp>
      <p:sp>
        <p:nvSpPr>
          <p:cNvPr id="8" name="Content Placeholder 3"/>
          <p:cNvSpPr>
            <a:spLocks noGrp="1"/>
          </p:cNvSpPr>
          <p:nvPr>
            <p:ph sz="half" idx="13" hasCustomPrompt="1"/>
          </p:nvPr>
        </p:nvSpPr>
        <p:spPr>
          <a:xfrm>
            <a:off x="408791" y="4375488"/>
            <a:ext cx="3990466" cy="1820917"/>
          </a:xfrm>
          <a:ln>
            <a:solidFill>
              <a:schemeClr val="tx1"/>
            </a:solidFill>
          </a:ln>
        </p:spPr>
        <p:style>
          <a:lnRef idx="2">
            <a:schemeClr val="accent1"/>
          </a:lnRef>
          <a:fillRef idx="1">
            <a:schemeClr val="lt1"/>
          </a:fillRef>
          <a:effectRef idx="0">
            <a:schemeClr val="accent1"/>
          </a:effectRef>
          <a:fontRef idx="none"/>
        </p:style>
        <p:txBody>
          <a:bodyPr lIns="91440"/>
          <a:lstStyle>
            <a:lvl1pPr>
              <a:defRPr sz="1400"/>
            </a:lvl1pPr>
            <a:lvl2pPr>
              <a:defRPr sz="1400"/>
            </a:lvl2pPr>
            <a:lvl3pPr>
              <a:defRPr sz="1200"/>
            </a:lvl3pPr>
            <a:lvl4pPr>
              <a:defRPr sz="1100" baseline="0"/>
            </a:lvl4pPr>
            <a:lvl5pPr>
              <a:defRPr sz="1100" baseline="0"/>
            </a:lvl5pPr>
            <a:lvl6pPr>
              <a:defRPr sz="1600"/>
            </a:lvl6pPr>
            <a:lvl7pPr>
              <a:defRPr sz="1600"/>
            </a:lvl7pPr>
            <a:lvl8pPr>
              <a:defRPr sz="1600"/>
            </a:lvl8pPr>
            <a:lvl9pPr>
              <a:defRPr sz="1600"/>
            </a:lvl9pPr>
          </a:lstStyle>
          <a:p>
            <a:pPr lvl="0"/>
            <a:r>
              <a:rPr lang="en-US" noProof="0" dirty="0" smtClean="0"/>
              <a:t>Click to edit Master text style</a:t>
            </a:r>
          </a:p>
          <a:p>
            <a:pPr lvl="1"/>
            <a:r>
              <a:rPr lang="en-US" noProof="0" dirty="0" smtClean="0"/>
              <a:t>Text style level 2</a:t>
            </a:r>
          </a:p>
          <a:p>
            <a:pPr lvl="2"/>
            <a:r>
              <a:rPr lang="en-US" noProof="0" dirty="0" smtClean="0"/>
              <a:t>Text style level 3</a:t>
            </a:r>
          </a:p>
          <a:p>
            <a:pPr lvl="3"/>
            <a:r>
              <a:rPr lang="en-US" noProof="0" dirty="0" smtClean="0"/>
              <a:t>Text style level 4</a:t>
            </a:r>
          </a:p>
        </p:txBody>
      </p:sp>
      <p:sp>
        <p:nvSpPr>
          <p:cNvPr id="9" name="Text Placeholder 4"/>
          <p:cNvSpPr>
            <a:spLocks noGrp="1"/>
          </p:cNvSpPr>
          <p:nvPr>
            <p:ph type="body" sz="quarter" idx="14" hasCustomPrompt="1"/>
          </p:nvPr>
        </p:nvSpPr>
        <p:spPr>
          <a:xfrm>
            <a:off x="4766260" y="3843789"/>
            <a:ext cx="3990466" cy="468996"/>
          </a:xfrm>
          <a:solidFill>
            <a:schemeClr val="accent2"/>
          </a:solidFill>
          <a:ln w="25400">
            <a:solidFill>
              <a:schemeClr val="tx1"/>
            </a:solidFill>
            <a:headEnd/>
            <a:tailEnd/>
          </a:ln>
        </p:spPr>
        <p:style>
          <a:lnRef idx="1">
            <a:schemeClr val="accent1"/>
          </a:lnRef>
          <a:fillRef idx="3">
            <a:schemeClr val="accent1"/>
          </a:fillRef>
          <a:effectRef idx="2">
            <a:schemeClr val="accent1"/>
          </a:effectRef>
          <a:fontRef idx="none"/>
        </p:style>
        <p:txBody>
          <a:bodyPr vert="horz" wrap="square" lIns="91440" tIns="45720" rIns="91440" bIns="45720" numCol="1" anchor="ctr" anchorCtr="1" compatLnSpc="1">
            <a:prstTxWarp prst="textNoShape">
              <a:avLst/>
            </a:prstTxWarp>
            <a:noAutofit/>
          </a:bodyPr>
          <a:lstStyle>
            <a:lvl1pPr marL="0" indent="0">
              <a:buNone/>
              <a:defRPr lang="en-US" sz="1600" b="1" kern="1200" dirty="0" smtClean="0">
                <a:solidFill>
                  <a:schemeClr val="accent2">
                    <a:lumMod val="20000"/>
                    <a:lumOff val="80000"/>
                  </a:schemeClr>
                </a:solidFill>
                <a:latin typeface="Arial" charset="0"/>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dirty="0" smtClean="0"/>
              <a:t>Click to edit Master text style</a:t>
            </a:r>
          </a:p>
        </p:txBody>
      </p:sp>
      <p:sp>
        <p:nvSpPr>
          <p:cNvPr id="10" name="Content Placeholder 5"/>
          <p:cNvSpPr>
            <a:spLocks noGrp="1"/>
          </p:cNvSpPr>
          <p:nvPr>
            <p:ph sz="quarter" idx="15" hasCustomPrompt="1"/>
          </p:nvPr>
        </p:nvSpPr>
        <p:spPr>
          <a:xfrm>
            <a:off x="4766260" y="4375488"/>
            <a:ext cx="3990466" cy="1820917"/>
          </a:xfrm>
          <a:ln>
            <a:solidFill>
              <a:schemeClr val="tx1"/>
            </a:solidFill>
          </a:ln>
        </p:spPr>
        <p:style>
          <a:lnRef idx="2">
            <a:schemeClr val="accent1"/>
          </a:lnRef>
          <a:fillRef idx="1">
            <a:schemeClr val="lt1"/>
          </a:fillRef>
          <a:effectRef idx="0">
            <a:schemeClr val="accent1"/>
          </a:effectRef>
          <a:fontRef idx="none"/>
        </p:style>
        <p:txBody>
          <a:bodyPr lIns="91440"/>
          <a:lstStyle>
            <a:lvl1pPr>
              <a:defRPr sz="1400"/>
            </a:lvl1pPr>
            <a:lvl2pPr>
              <a:defRPr sz="1400"/>
            </a:lvl2pPr>
            <a:lvl3pPr>
              <a:defRPr sz="1200"/>
            </a:lvl3pPr>
            <a:lvl4pPr>
              <a:defRPr sz="1100" baseline="0"/>
            </a:lvl4pPr>
            <a:lvl5pPr>
              <a:defRPr sz="1100" baseline="0"/>
            </a:lvl5pPr>
            <a:lvl6pPr>
              <a:defRPr sz="1600"/>
            </a:lvl6pPr>
            <a:lvl7pPr>
              <a:defRPr sz="1600"/>
            </a:lvl7pPr>
            <a:lvl8pPr>
              <a:defRPr sz="1600"/>
            </a:lvl8pPr>
            <a:lvl9pPr>
              <a:defRPr sz="1600"/>
            </a:lvl9pPr>
          </a:lstStyle>
          <a:p>
            <a:pPr lvl="0"/>
            <a:r>
              <a:rPr lang="en-US" noProof="0" dirty="0" smtClean="0"/>
              <a:t>Click to edit Master text style</a:t>
            </a:r>
          </a:p>
          <a:p>
            <a:pPr lvl="1"/>
            <a:r>
              <a:rPr lang="en-US" noProof="0" dirty="0" smtClean="0"/>
              <a:t>Text style level 2</a:t>
            </a:r>
          </a:p>
          <a:p>
            <a:pPr lvl="2"/>
            <a:r>
              <a:rPr lang="en-US" noProof="0" dirty="0" smtClean="0"/>
              <a:t>Text style level 3</a:t>
            </a:r>
          </a:p>
          <a:p>
            <a:pPr lvl="3"/>
            <a:r>
              <a:rPr lang="en-US" noProof="0" dirty="0" smtClean="0"/>
              <a:t>Text style level 4</a:t>
            </a:r>
          </a:p>
        </p:txBody>
      </p:sp>
    </p:spTree>
    <p:extLst>
      <p:ext uri="{BB962C8B-B14F-4D97-AF65-F5344CB8AC3E}">
        <p14:creationId xmlns:p14="http://schemas.microsoft.com/office/powerpoint/2010/main" xmlns="" val="2023524891"/>
      </p:ext>
    </p:extLst>
  </p:cSld>
  <p:clrMapOvr>
    <a:masterClrMapping/>
  </p:clrMapOvr>
  <p:timing>
    <p:tnLst>
      <p:par>
        <p:cTn id="1" dur="indefinite" restart="never" nodeType="tmRoot"/>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DO NOT US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pic>
        <p:nvPicPr>
          <p:cNvPr id="3" name="Picture 12"/>
          <p:cNvPicPr>
            <a:picLocks noChangeAspect="1" noChangeArrowheads="1"/>
          </p:cNvPicPr>
          <p:nvPr userDrawn="1"/>
        </p:nvPicPr>
        <p:blipFill>
          <a:blip r:embed="rId3"/>
          <a:srcRect/>
          <a:stretch>
            <a:fillRect/>
          </a:stretch>
        </p:blipFill>
        <p:spPr bwMode="auto">
          <a:xfrm>
            <a:off x="7315200" y="1828799"/>
            <a:ext cx="1693941" cy="1554480"/>
          </a:xfrm>
          <a:prstGeom prst="rect">
            <a:avLst/>
          </a:prstGeom>
          <a:noFill/>
          <a:ln w="9525">
            <a:noFill/>
            <a:miter lim="800000"/>
            <a:headEnd/>
            <a:tailEnd/>
          </a:ln>
          <a:effectLst/>
        </p:spPr>
      </p:pic>
      <p:sp>
        <p:nvSpPr>
          <p:cNvPr id="4" name="Content Placeholder 2"/>
          <p:cNvSpPr>
            <a:spLocks noGrp="1"/>
          </p:cNvSpPr>
          <p:nvPr>
            <p:ph idx="1" hasCustomPrompt="1"/>
            <p:custDataLst>
              <p:tags r:id="rId1"/>
            </p:custDataLst>
          </p:nvPr>
        </p:nvSpPr>
        <p:spPr>
          <a:xfrm>
            <a:off x="298516" y="1494766"/>
            <a:ext cx="7009788" cy="4643751"/>
          </a:xfrm>
        </p:spPr>
        <p:txBody>
          <a:bodyPr/>
          <a:lstStyle>
            <a:lvl1pPr>
              <a:defRPr b="0"/>
            </a:lvl1pPr>
            <a:lvl5pPr>
              <a:buNone/>
              <a:defRPr/>
            </a:lvl5pPr>
          </a:lstStyle>
          <a:p>
            <a:pPr lvl="0"/>
            <a:r>
              <a:rPr lang="en-US" noProof="0" dirty="0" smtClean="0"/>
              <a:t>Click to edit Master text style</a:t>
            </a:r>
          </a:p>
          <a:p>
            <a:pPr lvl="1"/>
            <a:r>
              <a:rPr lang="en-US" noProof="0" dirty="0" smtClean="0"/>
              <a:t>Text style level 2</a:t>
            </a:r>
          </a:p>
          <a:p>
            <a:pPr lvl="2"/>
            <a:r>
              <a:rPr lang="en-US" noProof="0" dirty="0" smtClean="0"/>
              <a:t>Text style level 3</a:t>
            </a:r>
          </a:p>
          <a:p>
            <a:pPr lvl="3"/>
            <a:r>
              <a:rPr lang="en-US" noProof="0" dirty="0" smtClean="0"/>
              <a:t>Text style level 4</a:t>
            </a:r>
          </a:p>
        </p:txBody>
      </p:sp>
    </p:spTree>
    <p:extLst>
      <p:ext uri="{BB962C8B-B14F-4D97-AF65-F5344CB8AC3E}">
        <p14:creationId xmlns:p14="http://schemas.microsoft.com/office/powerpoint/2010/main" xmlns="" val="345685746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re seul">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p:custDataLst>
              <p:tags r:id="rId2"/>
            </p:custDataLst>
          </p:nvPr>
        </p:nvGraphicFramePr>
        <p:xfrm>
          <a:off x="0" y="0"/>
          <a:ext cx="146538" cy="158750"/>
        </p:xfrm>
        <a:graphic>
          <a:graphicData uri="http://schemas.openxmlformats.org/presentationml/2006/ole">
            <p:oleObj spid="_x0000_s7172" name="think-cell Slide" r:id="rId5" imgW="360" imgH="360" progId="">
              <p:embed/>
            </p:oleObj>
          </a:graphicData>
        </a:graphic>
      </p:graphicFrame>
      <p:sp>
        <p:nvSpPr>
          <p:cNvPr id="2" name="Titre 1"/>
          <p:cNvSpPr>
            <a:spLocks noGrp="1"/>
          </p:cNvSpPr>
          <p:nvPr>
            <p:ph type="title" hasCustomPrompt="1"/>
            <p:custDataLst>
              <p:tags r:id="rId3"/>
            </p:custDataLst>
          </p:nvPr>
        </p:nvSpPr>
        <p:spPr/>
        <p:txBody>
          <a:bodyPr/>
          <a:lstStyle>
            <a:lvl1pPr>
              <a:defRPr/>
            </a:lvl1pPr>
          </a:lstStyle>
          <a:p>
            <a:pPr lvl="0"/>
            <a:r>
              <a:rPr lang="en-US" noProof="0" dirty="0" smtClean="0"/>
              <a:t>Click to edit Master title style</a:t>
            </a:r>
          </a:p>
        </p:txBody>
      </p:sp>
    </p:spTree>
    <p:extLst>
      <p:ext uri="{BB962C8B-B14F-4D97-AF65-F5344CB8AC3E}">
        <p14:creationId xmlns:p14="http://schemas.microsoft.com/office/powerpoint/2010/main" xmlns="" val="3224873916"/>
      </p:ext>
    </p:extLst>
  </p:cSld>
  <p:clrMapOvr>
    <a:masterClrMapping/>
  </p:clrMapOvr>
  <p:timing>
    <p:tnLst>
      <p:par>
        <p:cTn id="1" dur="indefinite" restart="never" nodeType="tmRoot"/>
      </p:par>
    </p:tn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lvl1pPr>
              <a:buFont typeface="Wingdings" pitchFamily="2" charset="2"/>
              <a:buChar char="Ø"/>
              <a:defRPr/>
            </a:lvl1pPr>
            <a:lvl4pPr>
              <a:defRPr lang="en-US" sz="1600" kern="1200" dirty="0" smtClean="0">
                <a:solidFill>
                  <a:schemeClr val="bg1">
                    <a:lumMod val="50000"/>
                  </a:schemeClr>
                </a:solidFill>
                <a:latin typeface="Candara" panose="020E0502030303020204" pitchFamily="34" charset="0"/>
                <a:ea typeface="+mn-ea"/>
                <a:cs typeface="+mn-cs"/>
              </a:defRPr>
            </a:lvl4pPr>
            <a:lvl5pPr>
              <a:defRPr lang="en-US" sz="1600" kern="1200" dirty="0">
                <a:solidFill>
                  <a:schemeClr val="bg1">
                    <a:lumMod val="50000"/>
                  </a:schemeClr>
                </a:solidFill>
                <a:latin typeface="Candara" panose="020E0502030303020204" pitchFamily="34" charset="0"/>
                <a:ea typeface="+mn-ea"/>
                <a:cs typeface="+mn-cs"/>
              </a:defRPr>
            </a:lvl5pPr>
          </a:lstStyle>
          <a:p>
            <a:pPr lvl="0"/>
            <a:r>
              <a:rPr lang="en-US" dirty="0" smtClean="0"/>
              <a:t>Click to edit Master text styles</a:t>
            </a:r>
          </a:p>
          <a:p>
            <a:pPr lvl="1"/>
            <a:r>
              <a:rPr lang="en-US" dirty="0" smtClean="0"/>
              <a:t>Second level</a:t>
            </a:r>
          </a:p>
          <a:p>
            <a:pPr lvl="2"/>
            <a:r>
              <a:rPr lang="en-US" dirty="0" smtClean="0"/>
              <a:t>Third level</a:t>
            </a:r>
          </a:p>
        </p:txBody>
      </p:sp>
      <p:sp>
        <p:nvSpPr>
          <p:cNvPr id="4" name="Date Placeholder 3"/>
          <p:cNvSpPr>
            <a:spLocks noGrp="1"/>
          </p:cNvSpPr>
          <p:nvPr>
            <p:ph type="dt" sz="half" idx="10"/>
          </p:nvPr>
        </p:nvSpPr>
        <p:spPr>
          <a:xfrm>
            <a:off x="457200" y="6356350"/>
            <a:ext cx="2133600" cy="365125"/>
          </a:xfrm>
          <a:prstGeom prst="rect">
            <a:avLst/>
          </a:prstGeom>
        </p:spPr>
        <p:txBody>
          <a:bodyPr/>
          <a:lstStyle/>
          <a:p>
            <a:fld id="{47CD3BC1-A2FE-477B-BC4B-91440EEA7D51}" type="datetimeFigureOut">
              <a:rPr lang="en-US" smtClean="0"/>
              <a:pPr/>
              <a:t>9/20/2022</a:t>
            </a:fld>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p>
            <a:fld id="{277C1CF3-A711-4C17-A994-E6863511BAD7}" type="slidenum">
              <a:rPr lang="en-US" smtClean="0"/>
              <a:pPr/>
              <a:t>‹#›</a:t>
            </a:fld>
            <a:endParaRPr lang="en-US"/>
          </a:p>
        </p:txBody>
      </p:sp>
    </p:spTree>
    <p:extLst>
      <p:ext uri="{BB962C8B-B14F-4D97-AF65-F5344CB8AC3E}">
        <p14:creationId xmlns:p14="http://schemas.microsoft.com/office/powerpoint/2010/main" xmlns="" val="264382582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p:custDataLst>
              <p:tags r:id="rId2"/>
            </p:custDataLst>
          </p:nvPr>
        </p:nvGraphicFramePr>
        <p:xfrm>
          <a:off x="0" y="1"/>
          <a:ext cx="135749" cy="143985"/>
        </p:xfrm>
        <a:graphic>
          <a:graphicData uri="http://schemas.openxmlformats.org/presentationml/2006/ole">
            <p:oleObj spid="_x0000_s8196" name="think-cell Slide" r:id="rId4" imgW="360" imgH="360" progId="">
              <p:embed/>
            </p:oleObj>
          </a:graphicData>
        </a:graphic>
      </p:graphicFrame>
    </p:spTree>
    <p:extLst>
      <p:ext uri="{BB962C8B-B14F-4D97-AF65-F5344CB8AC3E}">
        <p14:creationId xmlns:p14="http://schemas.microsoft.com/office/powerpoint/2010/main" xmlns="" val="314162268"/>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26" Type="http://schemas.openxmlformats.org/officeDocument/2006/relationships/oleObject" Target="../embeddings/oleObject1.bin"/><Relationship Id="rId3" Type="http://schemas.openxmlformats.org/officeDocument/2006/relationships/slideLayout" Target="../slideLayouts/slideLayout3.xml"/><Relationship Id="rId21" Type="http://schemas.openxmlformats.org/officeDocument/2006/relationships/tags" Target="../tags/tag2.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tags" Target="../tags/tag6.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ags" Target="../tags/tag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ags" Target="../tags/tag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ags" Target="../tags/tag4.xml"/><Relationship Id="rId10" Type="http://schemas.openxmlformats.org/officeDocument/2006/relationships/slideLayout" Target="../slideLayouts/slideLayout10.xml"/><Relationship Id="rId19" Type="http://schemas.openxmlformats.org/officeDocument/2006/relationships/vmlDrawing" Target="../drawings/vmlDrawing1.v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ags" Target="../tags/tag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8" name="Object 7" hidden="1"/>
          <p:cNvGraphicFramePr>
            <a:graphicFrameLocks noChangeAspect="1"/>
          </p:cNvGraphicFramePr>
          <p:nvPr>
            <p:custDataLst>
              <p:tags r:id="rId20"/>
            </p:custDataLst>
          </p:nvPr>
        </p:nvGraphicFramePr>
        <p:xfrm>
          <a:off x="1" y="0"/>
          <a:ext cx="146538" cy="158750"/>
        </p:xfrm>
        <a:graphic>
          <a:graphicData uri="http://schemas.openxmlformats.org/presentationml/2006/ole">
            <p:oleObj spid="_x0000_s1028" name="think-cell Slide" r:id="rId26" imgW="360" imgH="360" progId="">
              <p:embed/>
            </p:oleObj>
          </a:graphicData>
        </a:graphic>
      </p:graphicFrame>
      <p:sp>
        <p:nvSpPr>
          <p:cNvPr id="2" name="Title Placeholder 1"/>
          <p:cNvSpPr>
            <a:spLocks noGrp="1"/>
          </p:cNvSpPr>
          <p:nvPr>
            <p:ph type="title"/>
            <p:custDataLst>
              <p:tags r:id="rId21"/>
            </p:custDataLst>
          </p:nvPr>
        </p:nvSpPr>
        <p:spPr>
          <a:xfrm>
            <a:off x="1" y="0"/>
            <a:ext cx="9143999" cy="1002135"/>
          </a:xfrm>
          <a:prstGeom prst="rect">
            <a:avLst/>
          </a:prstGeom>
        </p:spPr>
        <p:txBody>
          <a:bodyPr vert="horz" lIns="297529" tIns="33059" rIns="165294" bIns="33059" rtlCol="0" anchor="ctr">
            <a:noAutofit/>
          </a:bodyPr>
          <a:lstStyle/>
          <a:p>
            <a:r>
              <a:rPr lang="fr-FR" noProof="0" dirty="0" smtClean="0"/>
              <a:t>Cliquez pour modifier le style du titre</a:t>
            </a:r>
            <a:endParaRPr lang="en-US" noProof="0" dirty="0"/>
          </a:p>
        </p:txBody>
      </p:sp>
      <p:sp>
        <p:nvSpPr>
          <p:cNvPr id="3" name="Text Placeholder 2"/>
          <p:cNvSpPr>
            <a:spLocks noGrp="1"/>
          </p:cNvSpPr>
          <p:nvPr>
            <p:ph type="body" idx="1"/>
            <p:custDataLst>
              <p:tags r:id="rId22"/>
            </p:custDataLst>
          </p:nvPr>
        </p:nvSpPr>
        <p:spPr>
          <a:xfrm>
            <a:off x="298516" y="1501977"/>
            <a:ext cx="8712115" cy="4636540"/>
          </a:xfrm>
          <a:prstGeom prst="rect">
            <a:avLst/>
          </a:prstGeom>
        </p:spPr>
        <p:txBody>
          <a:bodyPr vert="horz" lIns="108000" tIns="72000" rIns="72000" bIns="72000" rtlCol="0">
            <a:noAutofit/>
          </a:bodyPr>
          <a:lstStyle/>
          <a:p>
            <a:pPr lvl="0"/>
            <a:r>
              <a:rPr lang="en-US" noProof="0" dirty="0" smtClean="0"/>
              <a:t>Click to edit Master text style</a:t>
            </a:r>
          </a:p>
          <a:p>
            <a:pPr lvl="1"/>
            <a:r>
              <a:rPr lang="en-US" noProof="0" dirty="0" smtClean="0"/>
              <a:t>Text style level 2</a:t>
            </a:r>
          </a:p>
          <a:p>
            <a:pPr lvl="2"/>
            <a:r>
              <a:rPr lang="en-US" noProof="0" dirty="0" smtClean="0"/>
              <a:t>Text style level 3</a:t>
            </a:r>
          </a:p>
          <a:p>
            <a:pPr lvl="3"/>
            <a:r>
              <a:rPr lang="en-US" noProof="0" dirty="0" smtClean="0"/>
              <a:t>Text style level 4</a:t>
            </a:r>
          </a:p>
        </p:txBody>
      </p:sp>
      <p:sp>
        <p:nvSpPr>
          <p:cNvPr id="11" name="TextBox 10"/>
          <p:cNvSpPr txBox="1"/>
          <p:nvPr>
            <p:custDataLst>
              <p:tags r:id="rId23"/>
            </p:custDataLst>
          </p:nvPr>
        </p:nvSpPr>
        <p:spPr>
          <a:xfrm>
            <a:off x="8827276" y="6661691"/>
            <a:ext cx="110608" cy="107722"/>
          </a:xfrm>
          <a:prstGeom prst="rect">
            <a:avLst/>
          </a:prstGeom>
          <a:noFill/>
        </p:spPr>
        <p:txBody>
          <a:bodyPr wrap="none" lIns="0" tIns="0" rIns="0" bIns="0" rtlCol="0" anchor="ctr">
            <a:spAutoFit/>
          </a:bodyPr>
          <a:lstStyle/>
          <a:p>
            <a:pPr algn="ctr"/>
            <a:fld id="{6A895693-0027-4F28-9367-92E39A51F51C}" type="slidenum">
              <a:rPr lang="en-US" sz="700" smtClean="0">
                <a:solidFill>
                  <a:schemeClr val="tx2"/>
                </a:solidFill>
              </a:rPr>
              <a:pPr algn="ctr"/>
              <a:t>‹#›</a:t>
            </a:fld>
            <a:endParaRPr lang="en-US" sz="700" dirty="0">
              <a:solidFill>
                <a:schemeClr val="tx2"/>
              </a:solidFill>
            </a:endParaRPr>
          </a:p>
        </p:txBody>
      </p:sp>
      <p:sp>
        <p:nvSpPr>
          <p:cNvPr id="9" name="Freeform 4"/>
          <p:cNvSpPr>
            <a:spLocks/>
          </p:cNvSpPr>
          <p:nvPr>
            <p:custDataLst>
              <p:tags r:id="rId24"/>
            </p:custDataLst>
          </p:nvPr>
        </p:nvSpPr>
        <p:spPr bwMode="auto">
          <a:xfrm>
            <a:off x="2" y="676402"/>
            <a:ext cx="9143999" cy="728122"/>
          </a:xfrm>
          <a:custGeom>
            <a:avLst/>
            <a:gdLst/>
            <a:ahLst/>
            <a:cxnLst>
              <a:cxn ang="0">
                <a:pos x="2965" y="93"/>
              </a:cxn>
              <a:cxn ang="0">
                <a:pos x="303" y="93"/>
              </a:cxn>
              <a:cxn ang="0">
                <a:pos x="151" y="187"/>
              </a:cxn>
              <a:cxn ang="0">
                <a:pos x="0" y="93"/>
              </a:cxn>
              <a:cxn ang="0">
                <a:pos x="0" y="112"/>
              </a:cxn>
              <a:cxn ang="0">
                <a:pos x="151" y="205"/>
              </a:cxn>
              <a:cxn ang="0">
                <a:pos x="303" y="112"/>
              </a:cxn>
              <a:cxn ang="0">
                <a:pos x="2965" y="112"/>
              </a:cxn>
              <a:cxn ang="0">
                <a:pos x="3118" y="19"/>
              </a:cxn>
              <a:cxn ang="0">
                <a:pos x="3118" y="0"/>
              </a:cxn>
              <a:cxn ang="0">
                <a:pos x="2965" y="93"/>
              </a:cxn>
            </a:cxnLst>
            <a:rect l="0" t="0" r="r" b="b"/>
            <a:pathLst>
              <a:path w="3118" h="205">
                <a:moveTo>
                  <a:pt x="2965" y="93"/>
                </a:moveTo>
                <a:cubicBezTo>
                  <a:pt x="303" y="93"/>
                  <a:pt x="303" y="93"/>
                  <a:pt x="303" y="93"/>
                </a:cubicBezTo>
                <a:cubicBezTo>
                  <a:pt x="183" y="93"/>
                  <a:pt x="151" y="187"/>
                  <a:pt x="151" y="187"/>
                </a:cubicBezTo>
                <a:cubicBezTo>
                  <a:pt x="151" y="187"/>
                  <a:pt x="119" y="93"/>
                  <a:pt x="0" y="93"/>
                </a:cubicBezTo>
                <a:cubicBezTo>
                  <a:pt x="0" y="112"/>
                  <a:pt x="0" y="112"/>
                  <a:pt x="0" y="112"/>
                </a:cubicBezTo>
                <a:cubicBezTo>
                  <a:pt x="119" y="112"/>
                  <a:pt x="151" y="205"/>
                  <a:pt x="151" y="205"/>
                </a:cubicBezTo>
                <a:cubicBezTo>
                  <a:pt x="151" y="205"/>
                  <a:pt x="183" y="112"/>
                  <a:pt x="303" y="112"/>
                </a:cubicBezTo>
                <a:cubicBezTo>
                  <a:pt x="2965" y="112"/>
                  <a:pt x="2965" y="112"/>
                  <a:pt x="2965" y="112"/>
                </a:cubicBezTo>
                <a:cubicBezTo>
                  <a:pt x="3085" y="112"/>
                  <a:pt x="3118" y="19"/>
                  <a:pt x="3118" y="19"/>
                </a:cubicBezTo>
                <a:cubicBezTo>
                  <a:pt x="3118" y="0"/>
                  <a:pt x="3118" y="0"/>
                  <a:pt x="3118" y="0"/>
                </a:cubicBezTo>
                <a:cubicBezTo>
                  <a:pt x="3118" y="0"/>
                  <a:pt x="3085" y="93"/>
                  <a:pt x="2965" y="93"/>
                </a:cubicBezTo>
                <a:close/>
              </a:path>
            </a:pathLst>
          </a:custGeom>
          <a:solidFill>
            <a:schemeClr val="accent5"/>
          </a:solidFill>
          <a:ln w="9525">
            <a:noFill/>
            <a:round/>
            <a:headEnd/>
            <a:tailEnd/>
          </a:ln>
          <a:effectLst>
            <a:outerShdw blurRad="50800" dist="25400" dir="5400000" algn="t" rotWithShape="0">
              <a:prstClr val="black">
                <a:alpha val="31000"/>
              </a:prstClr>
            </a:outerShdw>
          </a:effectLst>
        </p:spPr>
        <p:txBody>
          <a:bodyPr vert="horz" wrap="square" lIns="99563" tIns="49782" rIns="99563" bIns="49782" numCol="1" anchor="t" anchorCtr="0" compatLnSpc="1">
            <a:prstTxWarp prst="textNoShape">
              <a:avLst/>
            </a:prstTxWarp>
          </a:bodyPr>
          <a:lstStyle/>
          <a:p>
            <a:endParaRPr lang="fr-FR"/>
          </a:p>
        </p:txBody>
      </p:sp>
      <p:cxnSp>
        <p:nvCxnSpPr>
          <p:cNvPr id="15" name="Straight Connector 5"/>
          <p:cNvCxnSpPr/>
          <p:nvPr>
            <p:custDataLst>
              <p:tags r:id="rId25"/>
            </p:custDataLst>
          </p:nvPr>
        </p:nvCxnSpPr>
        <p:spPr>
          <a:xfrm flipH="1">
            <a:off x="2" y="6362700"/>
            <a:ext cx="9143999" cy="0"/>
          </a:xfrm>
          <a:prstGeom prst="line">
            <a:avLst/>
          </a:prstGeom>
          <a:ln w="9525" cmpd="sng">
            <a:solidFill>
              <a:schemeClr val="accent5"/>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xmlns="" val="1926703394"/>
      </p:ext>
    </p:extLst>
  </p:cSld>
  <p:clrMap bg1="lt1" tx1="dk1" bg2="lt2" tx2="dk2" accent1="accent1" accent2="accent2" accent3="accent3" accent4="accent4" accent5="accent5" accent6="accent6" hlink="hlink" folHlink="folHlink"/>
  <p:sldLayoutIdLst>
    <p:sldLayoutId id="2147483671" r:id="rId1"/>
    <p:sldLayoutId id="2147483672" r:id="rId2"/>
    <p:sldLayoutId id="2147483673" r:id="rId3"/>
    <p:sldLayoutId id="2147483674" r:id="rId4"/>
    <p:sldLayoutId id="2147483675" r:id="rId5"/>
    <p:sldLayoutId id="2147483676" r:id="rId6"/>
    <p:sldLayoutId id="2147483677" r:id="rId7"/>
    <p:sldLayoutId id="2147483678" r:id="rId8"/>
    <p:sldLayoutId id="2147483679" r:id="rId9"/>
    <p:sldLayoutId id="2147483680" r:id="rId10"/>
    <p:sldLayoutId id="2147483681" r:id="rId11"/>
    <p:sldLayoutId id="2147483682" r:id="rId12"/>
    <p:sldLayoutId id="2147483683" r:id="rId13"/>
    <p:sldLayoutId id="2147483684" r:id="rId14"/>
    <p:sldLayoutId id="2147483685" r:id="rId15"/>
    <p:sldLayoutId id="2147483686" r:id="rId16"/>
    <p:sldLayoutId id="2147483687" r:id="rId17"/>
  </p:sldLayoutIdLst>
  <p:timing>
    <p:tnLst>
      <p:par>
        <p:cTn id="1" dur="indefinite" restart="never" nodeType="tmRoot"/>
      </p:par>
    </p:tnLst>
  </p:timing>
  <p:hf sldNum="0" hdr="0" dt="0"/>
  <p:txStyles>
    <p:titleStyle>
      <a:lvl1pPr marL="0" indent="0" algn="l" defTabSz="914342" rtl="0" eaLnBrk="1" latinLnBrk="0" hangingPunct="1">
        <a:lnSpc>
          <a:spcPct val="85000"/>
        </a:lnSpc>
        <a:spcBef>
          <a:spcPct val="0"/>
        </a:spcBef>
        <a:buNone/>
        <a:defRPr sz="3200" b="0" kern="1200">
          <a:solidFill>
            <a:schemeClr val="tx1"/>
          </a:solidFill>
          <a:latin typeface="+mj-lt"/>
          <a:ea typeface="+mj-ea"/>
          <a:cs typeface="+mj-cs"/>
        </a:defRPr>
      </a:lvl1pPr>
    </p:titleStyle>
    <p:bodyStyle>
      <a:lvl1pPr marL="166189" indent="-166189" algn="l" defTabSz="914342" rtl="0" eaLnBrk="1" latinLnBrk="0" hangingPunct="1">
        <a:lnSpc>
          <a:spcPct val="90000"/>
        </a:lnSpc>
        <a:spcBef>
          <a:spcPts val="0"/>
        </a:spcBef>
        <a:spcAft>
          <a:spcPts val="600"/>
        </a:spcAft>
        <a:buClr>
          <a:schemeClr val="accent5"/>
        </a:buClr>
        <a:buFont typeface="Wingdings" pitchFamily="2" charset="2"/>
        <a:buChar char="§"/>
        <a:defRPr sz="2200" b="0" kern="1200">
          <a:solidFill>
            <a:schemeClr val="bg2">
              <a:lumMod val="50000"/>
            </a:schemeClr>
          </a:solidFill>
          <a:latin typeface="+mn-lt"/>
          <a:ea typeface="+mn-ea"/>
          <a:cs typeface="+mn-cs"/>
        </a:defRPr>
      </a:lvl1pPr>
      <a:lvl2pPr marL="355600" indent="-180975" algn="l" defTabSz="914342" rtl="0" eaLnBrk="1" latinLnBrk="0" hangingPunct="1">
        <a:lnSpc>
          <a:spcPct val="90000"/>
        </a:lnSpc>
        <a:spcBef>
          <a:spcPts val="0"/>
        </a:spcBef>
        <a:spcAft>
          <a:spcPts val="600"/>
        </a:spcAft>
        <a:buClr>
          <a:schemeClr val="accent3"/>
        </a:buClr>
        <a:buFont typeface="Wingdings" pitchFamily="2" charset="2"/>
        <a:buChar char="§"/>
        <a:defRPr sz="1800" kern="1200">
          <a:solidFill>
            <a:schemeClr val="bg2">
              <a:lumMod val="50000"/>
            </a:schemeClr>
          </a:solidFill>
          <a:latin typeface="+mn-lt"/>
          <a:ea typeface="+mn-ea"/>
          <a:cs typeface="+mn-cs"/>
        </a:defRPr>
      </a:lvl2pPr>
      <a:lvl3pPr marL="536575" indent="-165100" algn="l" defTabSz="914342" rtl="0" eaLnBrk="1" latinLnBrk="0" hangingPunct="1">
        <a:lnSpc>
          <a:spcPct val="90000"/>
        </a:lnSpc>
        <a:spcBef>
          <a:spcPts val="0"/>
        </a:spcBef>
        <a:spcAft>
          <a:spcPts val="600"/>
        </a:spcAft>
        <a:buClr>
          <a:schemeClr val="accent2"/>
        </a:buClr>
        <a:buFont typeface="Arial" pitchFamily="34" charset="0"/>
        <a:buChar char="•"/>
        <a:tabLst/>
        <a:defRPr sz="1600" kern="1200">
          <a:solidFill>
            <a:schemeClr val="bg2">
              <a:lumMod val="50000"/>
            </a:schemeClr>
          </a:solidFill>
          <a:latin typeface="+mn-lt"/>
          <a:ea typeface="+mn-ea"/>
          <a:cs typeface="+mn-cs"/>
        </a:defRPr>
      </a:lvl3pPr>
      <a:lvl4pPr marL="711200" indent="-165100" algn="l" defTabSz="914342" rtl="0" eaLnBrk="1" latinLnBrk="0" hangingPunct="1">
        <a:lnSpc>
          <a:spcPct val="90000"/>
        </a:lnSpc>
        <a:spcBef>
          <a:spcPts val="0"/>
        </a:spcBef>
        <a:spcAft>
          <a:spcPts val="600"/>
        </a:spcAft>
        <a:buClr>
          <a:schemeClr val="bg2"/>
        </a:buClr>
        <a:buFont typeface="Arial" pitchFamily="34" charset="0"/>
        <a:buChar char="–"/>
        <a:tabLst/>
        <a:defRPr sz="1400" kern="1200">
          <a:solidFill>
            <a:schemeClr val="bg2">
              <a:lumMod val="50000"/>
            </a:schemeClr>
          </a:solidFill>
          <a:latin typeface="+mn-lt"/>
          <a:ea typeface="+mn-ea"/>
          <a:cs typeface="+mn-cs"/>
        </a:defRPr>
      </a:lvl4pPr>
      <a:lvl5pPr marL="1609624" indent="-193663" algn="l" defTabSz="914342" rtl="0" eaLnBrk="1" latinLnBrk="0" hangingPunct="1">
        <a:spcBef>
          <a:spcPts val="0"/>
        </a:spcBef>
        <a:buClr>
          <a:srgbClr val="B1B1B1"/>
        </a:buClr>
        <a:buFont typeface="Arial" pitchFamily="34" charset="0"/>
        <a:buChar char="–"/>
        <a:defRPr sz="1700" kern="1200">
          <a:solidFill>
            <a:srgbClr val="494949"/>
          </a:solidFill>
          <a:latin typeface="+mn-lt"/>
          <a:ea typeface="+mn-ea"/>
          <a:cs typeface="+mn-cs"/>
        </a:defRPr>
      </a:lvl5pPr>
      <a:lvl6pPr marL="2514441" indent="-228586" algn="l" defTabSz="9143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612" indent="-228586" algn="l" defTabSz="9143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783" indent="-228586" algn="l" defTabSz="9143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5954" indent="-228586" algn="l" defTabSz="9143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fr-FR"/>
      </a:defPPr>
      <a:lvl1pPr marL="0" algn="l" defTabSz="914342" rtl="0" eaLnBrk="1" latinLnBrk="0" hangingPunct="1">
        <a:defRPr sz="1800" kern="1200">
          <a:solidFill>
            <a:schemeClr val="tx1"/>
          </a:solidFill>
          <a:latin typeface="+mn-lt"/>
          <a:ea typeface="+mn-ea"/>
          <a:cs typeface="+mn-cs"/>
        </a:defRPr>
      </a:lvl1pPr>
      <a:lvl2pPr marL="457171" algn="l" defTabSz="914342" rtl="0" eaLnBrk="1" latinLnBrk="0" hangingPunct="1">
        <a:defRPr sz="1800" kern="1200">
          <a:solidFill>
            <a:schemeClr val="tx1"/>
          </a:solidFill>
          <a:latin typeface="+mn-lt"/>
          <a:ea typeface="+mn-ea"/>
          <a:cs typeface="+mn-cs"/>
        </a:defRPr>
      </a:lvl2pPr>
      <a:lvl3pPr marL="914342" algn="l" defTabSz="914342" rtl="0" eaLnBrk="1" latinLnBrk="0" hangingPunct="1">
        <a:defRPr sz="1800" kern="1200">
          <a:solidFill>
            <a:schemeClr val="tx1"/>
          </a:solidFill>
          <a:latin typeface="+mn-lt"/>
          <a:ea typeface="+mn-ea"/>
          <a:cs typeface="+mn-cs"/>
        </a:defRPr>
      </a:lvl3pPr>
      <a:lvl4pPr marL="1371513" algn="l" defTabSz="914342" rtl="0" eaLnBrk="1" latinLnBrk="0" hangingPunct="1">
        <a:defRPr sz="1800" kern="1200">
          <a:solidFill>
            <a:schemeClr val="tx1"/>
          </a:solidFill>
          <a:latin typeface="+mn-lt"/>
          <a:ea typeface="+mn-ea"/>
          <a:cs typeface="+mn-cs"/>
        </a:defRPr>
      </a:lvl4pPr>
      <a:lvl5pPr marL="1828684" algn="l" defTabSz="914342" rtl="0" eaLnBrk="1" latinLnBrk="0" hangingPunct="1">
        <a:defRPr sz="1800" kern="1200">
          <a:solidFill>
            <a:schemeClr val="tx1"/>
          </a:solidFill>
          <a:latin typeface="+mn-lt"/>
          <a:ea typeface="+mn-ea"/>
          <a:cs typeface="+mn-cs"/>
        </a:defRPr>
      </a:lvl5pPr>
      <a:lvl6pPr marL="2285855" algn="l" defTabSz="914342" rtl="0" eaLnBrk="1" latinLnBrk="0" hangingPunct="1">
        <a:defRPr sz="1800" kern="1200">
          <a:solidFill>
            <a:schemeClr val="tx1"/>
          </a:solidFill>
          <a:latin typeface="+mn-lt"/>
          <a:ea typeface="+mn-ea"/>
          <a:cs typeface="+mn-cs"/>
        </a:defRPr>
      </a:lvl6pPr>
      <a:lvl7pPr marL="2743026" algn="l" defTabSz="914342" rtl="0" eaLnBrk="1" latinLnBrk="0" hangingPunct="1">
        <a:defRPr sz="1800" kern="1200">
          <a:solidFill>
            <a:schemeClr val="tx1"/>
          </a:solidFill>
          <a:latin typeface="+mn-lt"/>
          <a:ea typeface="+mn-ea"/>
          <a:cs typeface="+mn-cs"/>
        </a:defRPr>
      </a:lvl7pPr>
      <a:lvl8pPr marL="3200198" algn="l" defTabSz="914342" rtl="0" eaLnBrk="1" latinLnBrk="0" hangingPunct="1">
        <a:defRPr sz="1800" kern="1200">
          <a:solidFill>
            <a:schemeClr val="tx1"/>
          </a:solidFill>
          <a:latin typeface="+mn-lt"/>
          <a:ea typeface="+mn-ea"/>
          <a:cs typeface="+mn-cs"/>
        </a:defRPr>
      </a:lvl8pPr>
      <a:lvl9pPr marL="3657369" algn="l" defTabSz="914342"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p:cNvSpPr>
            <a:spLocks noGrp="1"/>
          </p:cNvSpPr>
          <p:nvPr>
            <p:ph type="ctrTitle"/>
          </p:nvPr>
        </p:nvSpPr>
        <p:spPr/>
        <p:txBody>
          <a:bodyPr>
            <a:normAutofit/>
          </a:bodyPr>
          <a:lstStyle/>
          <a:p>
            <a:r>
              <a:rPr lang="en-US" sz="3600" dirty="0"/>
              <a:t>Core Java </a:t>
            </a:r>
            <a:r>
              <a:rPr lang="en-US" sz="3600"/>
              <a:t>8 </a:t>
            </a:r>
            <a:r>
              <a:rPr lang="en-US" sz="3600" smtClean="0"/>
              <a:t>and </a:t>
            </a:r>
            <a:r>
              <a:rPr lang="en-US" sz="3600" dirty="0"/>
              <a:t>Development Tools</a:t>
            </a:r>
          </a:p>
        </p:txBody>
      </p:sp>
      <p:sp>
        <p:nvSpPr>
          <p:cNvPr id="12" name="Subtitle 11"/>
          <p:cNvSpPr>
            <a:spLocks noGrp="1"/>
          </p:cNvSpPr>
          <p:nvPr>
            <p:ph type="subTitle" idx="1"/>
          </p:nvPr>
        </p:nvSpPr>
        <p:spPr/>
        <p:txBody>
          <a:bodyPr>
            <a:normAutofit/>
          </a:bodyPr>
          <a:lstStyle/>
          <a:p>
            <a:pPr algn="l"/>
            <a:r>
              <a:rPr lang="en-US" sz="2000" dirty="0" smtClean="0">
                <a:solidFill>
                  <a:schemeClr val="tx1"/>
                </a:solidFill>
              </a:rPr>
              <a:t>Lesson 15 : Property Files</a:t>
            </a:r>
            <a:endParaRPr lang="en-US" sz="2000" dirty="0">
              <a:solidFill>
                <a:schemeClr val="tx1"/>
              </a:solidFill>
            </a:endParaRPr>
          </a:p>
        </p:txBody>
      </p:sp>
    </p:spTree>
    <p:extLst>
      <p:ext uri="{BB962C8B-B14F-4D97-AF65-F5344CB8AC3E}">
        <p14:creationId xmlns:p14="http://schemas.microsoft.com/office/powerpoint/2010/main" xmlns="" val="285452108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normAutofit/>
          </a:bodyPr>
          <a:lstStyle/>
          <a:p>
            <a:r>
              <a:rPr lang="en-US" dirty="0" smtClean="0"/>
              <a:t>Lesson Objectives</a:t>
            </a:r>
            <a:endParaRPr lang="en-US" sz="2400" dirty="0"/>
          </a:p>
        </p:txBody>
      </p:sp>
      <p:sp>
        <p:nvSpPr>
          <p:cNvPr id="2" name="Content Placeholder 1"/>
          <p:cNvSpPr>
            <a:spLocks noGrp="1"/>
          </p:cNvSpPr>
          <p:nvPr>
            <p:ph idx="1"/>
          </p:nvPr>
        </p:nvSpPr>
        <p:spPr/>
        <p:txBody>
          <a:bodyPr/>
          <a:lstStyle/>
          <a:p>
            <a:r>
              <a:rPr lang="en-US" dirty="0"/>
              <a:t>After completing this lesson, participants will be able to </a:t>
            </a:r>
          </a:p>
          <a:p>
            <a:pPr lvl="1"/>
            <a:r>
              <a:rPr lang="en-US" dirty="0"/>
              <a:t>Define property files and use them </a:t>
            </a:r>
          </a:p>
          <a:p>
            <a:pPr lvl="1"/>
            <a:r>
              <a:rPr lang="en-US" dirty="0"/>
              <a:t>Use properties and its methods</a:t>
            </a:r>
          </a:p>
          <a:p>
            <a:pPr lvl="1"/>
            <a:r>
              <a:rPr lang="en-US" dirty="0"/>
              <a:t>Define and use user specific properties</a:t>
            </a:r>
          </a:p>
          <a:p>
            <a:endParaRPr lang="en-US"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3298" name="Rectangle 2"/>
          <p:cNvSpPr>
            <a:spLocks noGrp="1"/>
          </p:cNvSpPr>
          <p:nvPr>
            <p:ph type="title"/>
          </p:nvPr>
        </p:nvSpPr>
        <p:spPr/>
        <p:txBody>
          <a:bodyPr/>
          <a:lstStyle/>
          <a:p>
            <a:r>
              <a:rPr lang="en-US" sz="1200" dirty="0" smtClean="0"/>
              <a:t>15.1</a:t>
            </a:r>
            <a:r>
              <a:rPr lang="en-US" sz="1200" dirty="0"/>
              <a:t>:  What are Property Files?  </a:t>
            </a:r>
            <a:r>
              <a:rPr lang="en-US" sz="1200" b="1" dirty="0"/>
              <a:t/>
            </a:r>
            <a:br>
              <a:rPr lang="en-US" sz="1200" b="1" dirty="0"/>
            </a:br>
            <a:r>
              <a:rPr lang="en-US" dirty="0"/>
              <a:t>Property Files</a:t>
            </a:r>
          </a:p>
        </p:txBody>
      </p:sp>
      <p:sp>
        <p:nvSpPr>
          <p:cNvPr id="183299" name="Rectangle 3"/>
          <p:cNvSpPr>
            <a:spLocks noGrp="1"/>
          </p:cNvSpPr>
          <p:nvPr>
            <p:ph idx="1"/>
          </p:nvPr>
        </p:nvSpPr>
        <p:spPr/>
        <p:txBody>
          <a:bodyPr/>
          <a:lstStyle/>
          <a:p>
            <a:r>
              <a:rPr lang="en-US" dirty="0">
                <a:solidFill>
                  <a:schemeClr val="tx1"/>
                </a:solidFill>
              </a:rPr>
              <a:t>Property files</a:t>
            </a:r>
          </a:p>
          <a:p>
            <a:pPr lvl="1"/>
            <a:r>
              <a:rPr lang="en-US" dirty="0">
                <a:solidFill>
                  <a:schemeClr val="tx1"/>
                </a:solidFill>
              </a:rPr>
              <a:t>have .properties extension</a:t>
            </a:r>
          </a:p>
          <a:p>
            <a:pPr lvl="1"/>
            <a:r>
              <a:rPr lang="en-US" dirty="0">
                <a:solidFill>
                  <a:schemeClr val="tx1"/>
                </a:solidFill>
              </a:rPr>
              <a:t>are used to store the configuration parameters </a:t>
            </a:r>
          </a:p>
          <a:p>
            <a:pPr lvl="1"/>
            <a:r>
              <a:rPr lang="en-US" dirty="0">
                <a:solidFill>
                  <a:schemeClr val="tx1"/>
                </a:solidFill>
              </a:rPr>
              <a:t>each parameter is stored as key/value pair</a:t>
            </a:r>
          </a:p>
          <a:p>
            <a:r>
              <a:rPr lang="en-US" dirty="0">
                <a:solidFill>
                  <a:schemeClr val="tx1"/>
                </a:solidFill>
              </a:rPr>
              <a:t>The </a:t>
            </a:r>
            <a:r>
              <a:rPr lang="en-US" dirty="0" err="1">
                <a:solidFill>
                  <a:schemeClr val="tx1"/>
                </a:solidFill>
              </a:rPr>
              <a:t>java.util</a:t>
            </a:r>
            <a:r>
              <a:rPr lang="en-US" dirty="0">
                <a:solidFill>
                  <a:schemeClr val="tx1"/>
                </a:solidFill>
              </a:rPr>
              <a:t>. Properties class </a:t>
            </a:r>
          </a:p>
          <a:p>
            <a:pPr lvl="1"/>
            <a:r>
              <a:rPr lang="en-US" dirty="0">
                <a:solidFill>
                  <a:schemeClr val="tx1"/>
                </a:solidFill>
              </a:rPr>
              <a:t>represents a persistent set of key/value properties</a:t>
            </a:r>
          </a:p>
          <a:p>
            <a:pPr lvl="1"/>
            <a:r>
              <a:rPr lang="en-US" dirty="0">
                <a:solidFill>
                  <a:schemeClr val="tx1"/>
                </a:solidFill>
              </a:rPr>
              <a:t>are subclasses of </a:t>
            </a:r>
            <a:r>
              <a:rPr lang="en-US" dirty="0" err="1">
                <a:solidFill>
                  <a:schemeClr val="tx1"/>
                </a:solidFill>
              </a:rPr>
              <a:t>Hashtables</a:t>
            </a:r>
            <a:r>
              <a:rPr lang="en-US" dirty="0">
                <a:solidFill>
                  <a:schemeClr val="tx1"/>
                </a:solidFill>
              </a:rPr>
              <a:t> </a:t>
            </a:r>
          </a:p>
          <a:p>
            <a:pPr lvl="1"/>
            <a:r>
              <a:rPr lang="en-US" dirty="0">
                <a:solidFill>
                  <a:schemeClr val="tx1"/>
                </a:solidFill>
              </a:rPr>
              <a:t>provides methods to store and retrieve values from </a:t>
            </a:r>
            <a:r>
              <a:rPr lang="en-US" b="1" dirty="0">
                <a:solidFill>
                  <a:schemeClr val="tx1"/>
                </a:solidFill>
              </a:rPr>
              <a:t>properties</a:t>
            </a:r>
            <a:r>
              <a:rPr lang="en-US" dirty="0">
                <a:solidFill>
                  <a:schemeClr val="tx1"/>
                </a:solidFill>
              </a:rPr>
              <a:t> </a:t>
            </a:r>
            <a:r>
              <a:rPr lang="en-US" b="1" dirty="0">
                <a:solidFill>
                  <a:schemeClr val="tx1"/>
                </a:solidFill>
              </a:rPr>
              <a:t>files</a:t>
            </a:r>
            <a:r>
              <a:rPr lang="en-US" dirty="0">
                <a:solidFill>
                  <a:schemeClr val="tx1"/>
                </a:solidFill>
              </a:rPr>
              <a:t>. Example -&gt;</a:t>
            </a:r>
          </a:p>
        </p:txBody>
      </p:sp>
      <p:sp>
        <p:nvSpPr>
          <p:cNvPr id="183302" name="Rectangle 6"/>
          <p:cNvSpPr>
            <a:spLocks noChangeArrowheads="1"/>
          </p:cNvSpPr>
          <p:nvPr/>
        </p:nvSpPr>
        <p:spPr bwMode="auto">
          <a:xfrm>
            <a:off x="994227" y="4407881"/>
            <a:ext cx="4127500" cy="935038"/>
          </a:xfrm>
          <a:prstGeom prst="rect">
            <a:avLst/>
          </a:prstGeom>
          <a:solidFill>
            <a:srgbClr val="C0C0C0"/>
          </a:solidFill>
          <a:ln w="19050" algn="ctr">
            <a:solidFill>
              <a:schemeClr val="tx1"/>
            </a:solidFill>
            <a:miter lim="800000"/>
            <a:headEnd/>
            <a:tailEnd/>
          </a:ln>
          <a:effectLst/>
        </p:spPr>
        <p:txBody>
          <a:bodyPr anchor="ctr">
            <a:spAutoFit/>
          </a:bodyPr>
          <a:lstStyle/>
          <a:p>
            <a:pPr algn="l">
              <a:tabLst>
                <a:tab pos="457200" algn="l"/>
              </a:tabLst>
            </a:pPr>
            <a:r>
              <a:rPr lang="en-US" dirty="0">
                <a:latin typeface="+mj-lt"/>
                <a:cs typeface="Arial" pitchFamily="34" charset="0"/>
              </a:rPr>
              <a:t>#Properties File to the Test Application</a:t>
            </a:r>
          </a:p>
          <a:p>
            <a:pPr algn="l">
              <a:tabLst>
                <a:tab pos="457200" algn="l"/>
              </a:tabLst>
            </a:pPr>
            <a:r>
              <a:rPr lang="en-US" dirty="0">
                <a:latin typeface="+mj-lt"/>
                <a:cs typeface="Arial" pitchFamily="34" charset="0"/>
              </a:rPr>
              <a:t>password=tiger</a:t>
            </a:r>
          </a:p>
          <a:p>
            <a:pPr algn="l">
              <a:tabLst>
                <a:tab pos="457200" algn="l"/>
              </a:tabLst>
            </a:pPr>
            <a:r>
              <a:rPr lang="en-US" dirty="0">
                <a:latin typeface="+mj-lt"/>
                <a:cs typeface="Arial" pitchFamily="34" charset="0"/>
              </a:rPr>
              <a:t>username=</a:t>
            </a:r>
            <a:r>
              <a:rPr lang="en-US" dirty="0" err="1">
                <a:latin typeface="+mj-lt"/>
                <a:cs typeface="Arial" pitchFamily="34" charset="0"/>
              </a:rPr>
              <a:t>scott</a:t>
            </a:r>
            <a:endParaRPr lang="en-US" dirty="0">
              <a:latin typeface="+mj-lt"/>
              <a:cs typeface="Arial" pitchFamily="34" charset="0"/>
            </a:endParaRPr>
          </a:p>
        </p:txBody>
      </p:sp>
    </p:spTree>
    <p:extLst>
      <p:ext uri="{BB962C8B-B14F-4D97-AF65-F5344CB8AC3E}">
        <p14:creationId xmlns:p14="http://schemas.microsoft.com/office/powerpoint/2010/main" xmlns="" val="3294212194"/>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9314" name="Rectangle 2"/>
          <p:cNvSpPr>
            <a:spLocks noGrp="1"/>
          </p:cNvSpPr>
          <p:nvPr>
            <p:ph type="title"/>
          </p:nvPr>
        </p:nvSpPr>
        <p:spPr/>
        <p:txBody>
          <a:bodyPr/>
          <a:lstStyle/>
          <a:p>
            <a:r>
              <a:rPr lang="en-US" sz="1200" dirty="0" smtClean="0"/>
              <a:t>15.2</a:t>
            </a:r>
            <a:r>
              <a:rPr lang="en-US" sz="1200" dirty="0"/>
              <a:t>:  Types of Property files  </a:t>
            </a:r>
            <a:r>
              <a:rPr lang="en-US" sz="1200" b="1" dirty="0"/>
              <a:t/>
            </a:r>
            <a:br>
              <a:rPr lang="en-US" sz="1200" b="1" dirty="0"/>
            </a:br>
            <a:r>
              <a:rPr lang="en-US" dirty="0"/>
              <a:t>Categories of Property Files</a:t>
            </a:r>
          </a:p>
        </p:txBody>
      </p:sp>
      <p:sp>
        <p:nvSpPr>
          <p:cNvPr id="269315" name="Rectangle 3"/>
          <p:cNvSpPr>
            <a:spLocks noGrp="1"/>
          </p:cNvSpPr>
          <p:nvPr>
            <p:ph idx="1"/>
          </p:nvPr>
        </p:nvSpPr>
        <p:spPr/>
        <p:txBody>
          <a:bodyPr/>
          <a:lstStyle/>
          <a:p>
            <a:r>
              <a:rPr lang="en-US" dirty="0">
                <a:solidFill>
                  <a:schemeClr val="tx1"/>
                </a:solidFill>
              </a:rPr>
              <a:t>User Specific Properties</a:t>
            </a:r>
          </a:p>
          <a:p>
            <a:r>
              <a:rPr lang="en-US" dirty="0">
                <a:solidFill>
                  <a:schemeClr val="tx1"/>
                </a:solidFill>
              </a:rPr>
              <a:t>System Properties </a:t>
            </a:r>
          </a:p>
        </p:txBody>
      </p:sp>
    </p:spTree>
    <p:extLst>
      <p:ext uri="{BB962C8B-B14F-4D97-AF65-F5344CB8AC3E}">
        <p14:creationId xmlns:p14="http://schemas.microsoft.com/office/powerpoint/2010/main" xmlns="" val="2356036455"/>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p:cNvSpPr>
            <a:spLocks noGrp="1"/>
          </p:cNvSpPr>
          <p:nvPr>
            <p:ph type="title"/>
          </p:nvPr>
        </p:nvSpPr>
        <p:spPr/>
        <p:txBody>
          <a:bodyPr/>
          <a:lstStyle/>
          <a:p>
            <a:r>
              <a:rPr lang="en-US" sz="1200" dirty="0" smtClean="0"/>
              <a:t>15.3</a:t>
            </a:r>
            <a:r>
              <a:rPr lang="en-US" sz="1200" dirty="0"/>
              <a:t>:  User </a:t>
            </a:r>
            <a:r>
              <a:rPr lang="en-US" sz="1200" dirty="0" smtClean="0"/>
              <a:t>defined </a:t>
            </a:r>
            <a:r>
              <a:rPr lang="en-US" sz="1200" dirty="0"/>
              <a:t>Properties  </a:t>
            </a:r>
            <a:r>
              <a:rPr lang="en-US" sz="1200" b="1" dirty="0"/>
              <a:t/>
            </a:r>
            <a:br>
              <a:rPr lang="en-US" sz="1200" b="1" dirty="0"/>
            </a:br>
            <a:r>
              <a:rPr lang="en-US" dirty="0"/>
              <a:t>The </a:t>
            </a:r>
            <a:r>
              <a:rPr lang="en-US" dirty="0" err="1"/>
              <a:t>java.util.Property</a:t>
            </a:r>
            <a:r>
              <a:rPr lang="en-US" dirty="0"/>
              <a:t> Class</a:t>
            </a:r>
          </a:p>
        </p:txBody>
      </p:sp>
      <p:sp>
        <p:nvSpPr>
          <p:cNvPr id="7" name="Rectangle 3"/>
          <p:cNvSpPr>
            <a:spLocks noGrp="1"/>
          </p:cNvSpPr>
          <p:nvPr>
            <p:ph idx="1"/>
          </p:nvPr>
        </p:nvSpPr>
        <p:spPr/>
        <p:txBody>
          <a:bodyPr/>
          <a:lstStyle/>
          <a:p>
            <a:r>
              <a:rPr lang="en-US" dirty="0">
                <a:solidFill>
                  <a:schemeClr val="tx1"/>
                </a:solidFill>
              </a:rPr>
              <a:t>To manage properties, create instances of </a:t>
            </a:r>
            <a:r>
              <a:rPr lang="en-US" dirty="0" err="1">
                <a:solidFill>
                  <a:schemeClr val="tx1"/>
                </a:solidFill>
              </a:rPr>
              <a:t>java.util.Properties</a:t>
            </a:r>
            <a:r>
              <a:rPr lang="en-US" dirty="0">
                <a:solidFill>
                  <a:schemeClr val="tx1"/>
                </a:solidFill>
              </a:rPr>
              <a:t> class.</a:t>
            </a:r>
          </a:p>
          <a:p>
            <a:r>
              <a:rPr lang="en-US" dirty="0">
                <a:solidFill>
                  <a:schemeClr val="tx1"/>
                </a:solidFill>
              </a:rPr>
              <a:t>This class provides methods for the following: </a:t>
            </a:r>
          </a:p>
          <a:p>
            <a:pPr lvl="1"/>
            <a:r>
              <a:rPr lang="en-US" dirty="0">
                <a:solidFill>
                  <a:schemeClr val="tx1"/>
                </a:solidFill>
              </a:rPr>
              <a:t>Loading key/value pairs into a </a:t>
            </a:r>
            <a:r>
              <a:rPr lang="en-US" b="1" dirty="0">
                <a:solidFill>
                  <a:schemeClr val="tx1"/>
                </a:solidFill>
              </a:rPr>
              <a:t>Properties</a:t>
            </a:r>
            <a:r>
              <a:rPr lang="en-US" dirty="0">
                <a:solidFill>
                  <a:schemeClr val="tx1"/>
                </a:solidFill>
              </a:rPr>
              <a:t> object from a stream </a:t>
            </a:r>
          </a:p>
          <a:p>
            <a:pPr lvl="1"/>
            <a:r>
              <a:rPr lang="en-US" dirty="0">
                <a:solidFill>
                  <a:schemeClr val="tx1"/>
                </a:solidFill>
              </a:rPr>
              <a:t>Retrieving a value from its key </a:t>
            </a:r>
          </a:p>
          <a:p>
            <a:pPr lvl="1"/>
            <a:r>
              <a:rPr lang="en-US" dirty="0">
                <a:solidFill>
                  <a:schemeClr val="tx1"/>
                </a:solidFill>
              </a:rPr>
              <a:t>Listing the keys and their values </a:t>
            </a:r>
          </a:p>
          <a:p>
            <a:pPr lvl="1"/>
            <a:r>
              <a:rPr lang="en-US" dirty="0">
                <a:solidFill>
                  <a:schemeClr val="tx1"/>
                </a:solidFill>
              </a:rPr>
              <a:t>Saving the properties to a stream</a:t>
            </a:r>
          </a:p>
          <a:p>
            <a:endParaRPr lang="en-US" dirty="0">
              <a:solidFill>
                <a:schemeClr val="tx1"/>
              </a:solidFill>
            </a:endParaRPr>
          </a:p>
        </p:txBody>
      </p:sp>
    </p:spTree>
    <p:extLst>
      <p:ext uri="{BB962C8B-B14F-4D97-AF65-F5344CB8AC3E}">
        <p14:creationId xmlns:p14="http://schemas.microsoft.com/office/powerpoint/2010/main" xmlns="" val="326388581"/>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42" name="Rectangle 2"/>
          <p:cNvSpPr>
            <a:spLocks noGrp="1"/>
          </p:cNvSpPr>
          <p:nvPr>
            <p:ph type="title"/>
          </p:nvPr>
        </p:nvSpPr>
        <p:spPr/>
        <p:txBody>
          <a:bodyPr/>
          <a:lstStyle/>
          <a:p>
            <a:r>
              <a:rPr lang="en-US" sz="1200" dirty="0" smtClean="0"/>
              <a:t>15.3: user </a:t>
            </a:r>
            <a:r>
              <a:rPr lang="en-US" sz="1200" dirty="0"/>
              <a:t>defined Properties  </a:t>
            </a:r>
            <a:r>
              <a:rPr lang="en-US" sz="1200" b="1" dirty="0"/>
              <a:t/>
            </a:r>
            <a:br>
              <a:rPr lang="en-US" sz="1200" b="1" dirty="0"/>
            </a:br>
            <a:r>
              <a:rPr lang="en-US" dirty="0"/>
              <a:t>Setting Properties</a:t>
            </a:r>
          </a:p>
        </p:txBody>
      </p:sp>
      <p:sp>
        <p:nvSpPr>
          <p:cNvPr id="266243" name="Rectangle 3"/>
          <p:cNvSpPr>
            <a:spLocks noGrp="1"/>
          </p:cNvSpPr>
          <p:nvPr>
            <p:ph idx="1"/>
          </p:nvPr>
        </p:nvSpPr>
        <p:spPr/>
        <p:txBody>
          <a:bodyPr/>
          <a:lstStyle/>
          <a:p>
            <a:r>
              <a:rPr lang="en-US" dirty="0" err="1">
                <a:solidFill>
                  <a:schemeClr val="tx1"/>
                </a:solidFill>
              </a:rPr>
              <a:t>setProperty</a:t>
            </a:r>
            <a:r>
              <a:rPr lang="en-US" dirty="0">
                <a:solidFill>
                  <a:schemeClr val="tx1"/>
                </a:solidFill>
              </a:rPr>
              <a:t>(String key, String value) </a:t>
            </a:r>
          </a:p>
          <a:p>
            <a:pPr lvl="1"/>
            <a:r>
              <a:rPr lang="en-US" dirty="0">
                <a:solidFill>
                  <a:schemeClr val="tx1"/>
                </a:solidFill>
              </a:rPr>
              <a:t>Puts the key/value pair in the Properties object. </a:t>
            </a:r>
          </a:p>
          <a:p>
            <a:r>
              <a:rPr lang="en-US" dirty="0">
                <a:solidFill>
                  <a:schemeClr val="tx1"/>
                </a:solidFill>
              </a:rPr>
              <a:t>remove(Object key) </a:t>
            </a:r>
          </a:p>
          <a:p>
            <a:pPr lvl="1"/>
            <a:r>
              <a:rPr lang="en-US" dirty="0">
                <a:solidFill>
                  <a:schemeClr val="tx1"/>
                </a:solidFill>
              </a:rPr>
              <a:t>Removes the key/value pair associated with key.</a:t>
            </a:r>
            <a:r>
              <a:rPr lang="en-US" sz="2000" dirty="0">
                <a:solidFill>
                  <a:schemeClr val="tx1"/>
                </a:solidFill>
              </a:rPr>
              <a:t> </a:t>
            </a:r>
          </a:p>
        </p:txBody>
      </p:sp>
    </p:spTree>
    <p:extLst>
      <p:ext uri="{BB962C8B-B14F-4D97-AF65-F5344CB8AC3E}">
        <p14:creationId xmlns:p14="http://schemas.microsoft.com/office/powerpoint/2010/main" xmlns="" val="1130596968"/>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4197" name="Rectangle 5"/>
          <p:cNvSpPr>
            <a:spLocks noGrp="1"/>
          </p:cNvSpPr>
          <p:nvPr>
            <p:ph type="title"/>
          </p:nvPr>
        </p:nvSpPr>
        <p:spPr/>
        <p:txBody>
          <a:bodyPr/>
          <a:lstStyle/>
          <a:p>
            <a:r>
              <a:rPr lang="en-US" sz="1200" dirty="0" smtClean="0"/>
              <a:t>15.3</a:t>
            </a:r>
            <a:r>
              <a:rPr lang="en-US" sz="1200" dirty="0"/>
              <a:t>: </a:t>
            </a:r>
            <a:r>
              <a:rPr lang="en-US" sz="1200" dirty="0" smtClean="0"/>
              <a:t>User defined Properties</a:t>
            </a:r>
            <a:r>
              <a:rPr lang="en-US" b="1" dirty="0"/>
              <a:t/>
            </a:r>
            <a:br>
              <a:rPr lang="en-US" b="1" dirty="0"/>
            </a:br>
            <a:r>
              <a:rPr lang="en-US" dirty="0"/>
              <a:t>Getting Property Information</a:t>
            </a:r>
          </a:p>
        </p:txBody>
      </p:sp>
      <p:sp>
        <p:nvSpPr>
          <p:cNvPr id="264198" name="Rectangle 6"/>
          <p:cNvSpPr>
            <a:spLocks noGrp="1"/>
          </p:cNvSpPr>
          <p:nvPr>
            <p:ph idx="1"/>
          </p:nvPr>
        </p:nvSpPr>
        <p:spPr/>
        <p:txBody>
          <a:bodyPr/>
          <a:lstStyle/>
          <a:p>
            <a:r>
              <a:rPr lang="en-US" dirty="0">
                <a:solidFill>
                  <a:schemeClr val="tx1"/>
                </a:solidFill>
              </a:rPr>
              <a:t>contains(Object value)</a:t>
            </a:r>
          </a:p>
          <a:p>
            <a:r>
              <a:rPr lang="en-US" dirty="0" err="1">
                <a:solidFill>
                  <a:schemeClr val="tx1"/>
                </a:solidFill>
              </a:rPr>
              <a:t>containsKey</a:t>
            </a:r>
            <a:r>
              <a:rPr lang="en-US" dirty="0">
                <a:solidFill>
                  <a:schemeClr val="tx1"/>
                </a:solidFill>
              </a:rPr>
              <a:t>(Object key) </a:t>
            </a:r>
          </a:p>
          <a:p>
            <a:r>
              <a:rPr lang="en-US" dirty="0" err="1">
                <a:solidFill>
                  <a:schemeClr val="tx1"/>
                </a:solidFill>
              </a:rPr>
              <a:t>getProperty</a:t>
            </a:r>
            <a:r>
              <a:rPr lang="en-US" dirty="0">
                <a:solidFill>
                  <a:schemeClr val="tx1"/>
                </a:solidFill>
              </a:rPr>
              <a:t>(String key)</a:t>
            </a:r>
          </a:p>
          <a:p>
            <a:r>
              <a:rPr lang="en-US" dirty="0" err="1">
                <a:solidFill>
                  <a:schemeClr val="tx1"/>
                </a:solidFill>
              </a:rPr>
              <a:t>getProperty</a:t>
            </a:r>
            <a:r>
              <a:rPr lang="en-US" dirty="0">
                <a:solidFill>
                  <a:schemeClr val="tx1"/>
                </a:solidFill>
              </a:rPr>
              <a:t>(String key, String default) </a:t>
            </a:r>
          </a:p>
          <a:p>
            <a:r>
              <a:rPr lang="en-US" dirty="0">
                <a:solidFill>
                  <a:schemeClr val="tx1"/>
                </a:solidFill>
              </a:rPr>
              <a:t>list(</a:t>
            </a:r>
            <a:r>
              <a:rPr lang="en-US" dirty="0" err="1">
                <a:solidFill>
                  <a:schemeClr val="tx1"/>
                </a:solidFill>
              </a:rPr>
              <a:t>PrintStream</a:t>
            </a:r>
            <a:r>
              <a:rPr lang="en-US" dirty="0">
                <a:solidFill>
                  <a:schemeClr val="tx1"/>
                </a:solidFill>
              </a:rPr>
              <a:t> s)</a:t>
            </a:r>
          </a:p>
          <a:p>
            <a:r>
              <a:rPr lang="en-US" dirty="0">
                <a:solidFill>
                  <a:schemeClr val="tx1"/>
                </a:solidFill>
              </a:rPr>
              <a:t>list(</a:t>
            </a:r>
            <a:r>
              <a:rPr lang="en-US" dirty="0" err="1">
                <a:solidFill>
                  <a:schemeClr val="tx1"/>
                </a:solidFill>
              </a:rPr>
              <a:t>PrintWriter</a:t>
            </a:r>
            <a:r>
              <a:rPr lang="en-US" dirty="0">
                <a:solidFill>
                  <a:schemeClr val="tx1"/>
                </a:solidFill>
              </a:rPr>
              <a:t> w) </a:t>
            </a:r>
          </a:p>
          <a:p>
            <a:r>
              <a:rPr lang="en-US" dirty="0">
                <a:solidFill>
                  <a:schemeClr val="tx1"/>
                </a:solidFill>
              </a:rPr>
              <a:t>elements()</a:t>
            </a:r>
          </a:p>
          <a:p>
            <a:r>
              <a:rPr lang="en-US" dirty="0">
                <a:solidFill>
                  <a:schemeClr val="tx1"/>
                </a:solidFill>
              </a:rPr>
              <a:t>keys()</a:t>
            </a:r>
          </a:p>
          <a:p>
            <a:r>
              <a:rPr lang="en-US" dirty="0" err="1">
                <a:solidFill>
                  <a:schemeClr val="tx1"/>
                </a:solidFill>
              </a:rPr>
              <a:t>propertyNames</a:t>
            </a:r>
            <a:r>
              <a:rPr lang="en-US" dirty="0">
                <a:solidFill>
                  <a:schemeClr val="tx1"/>
                </a:solidFill>
              </a:rPr>
              <a:t>() </a:t>
            </a:r>
          </a:p>
          <a:p>
            <a:r>
              <a:rPr lang="en-US" dirty="0" err="1">
                <a:solidFill>
                  <a:schemeClr val="tx1"/>
                </a:solidFill>
              </a:rPr>
              <a:t>stringPropertyNames</a:t>
            </a:r>
            <a:r>
              <a:rPr lang="en-US" dirty="0">
                <a:solidFill>
                  <a:schemeClr val="tx1"/>
                </a:solidFill>
              </a:rPr>
              <a:t>() </a:t>
            </a:r>
          </a:p>
          <a:p>
            <a:r>
              <a:rPr lang="en-US" dirty="0">
                <a:solidFill>
                  <a:schemeClr val="tx1"/>
                </a:solidFill>
              </a:rPr>
              <a:t>size() </a:t>
            </a:r>
          </a:p>
        </p:txBody>
      </p:sp>
      <p:sp>
        <p:nvSpPr>
          <p:cNvPr id="264199" name="Rectangle 7"/>
          <p:cNvSpPr>
            <a:spLocks noChangeArrowheads="1"/>
          </p:cNvSpPr>
          <p:nvPr/>
        </p:nvSpPr>
        <p:spPr bwMode="auto">
          <a:xfrm>
            <a:off x="5334000" y="1295400"/>
            <a:ext cx="3581400" cy="4495800"/>
          </a:xfrm>
          <a:prstGeom prst="rect">
            <a:avLst/>
          </a:prstGeom>
          <a:noFill/>
          <a:ln w="12700">
            <a:noFill/>
            <a:miter lim="800000"/>
            <a:headEnd/>
            <a:tailEnd/>
          </a:ln>
          <a:effectLst/>
        </p:spPr>
        <p:txBody>
          <a:bodyPr lIns="90488" tIns="44450" rIns="90488" bIns="44450"/>
          <a:lstStyle/>
          <a:p>
            <a:pPr marL="342900" indent="-342900" algn="l" eaLnBrk="0" hangingPunct="0">
              <a:spcBef>
                <a:spcPct val="20000"/>
              </a:spcBef>
              <a:buFont typeface="Arial" pitchFamily="34" charset="0"/>
              <a:buChar char="•"/>
            </a:pPr>
            <a:endParaRPr lang="en-US" sz="2000" b="1">
              <a:solidFill>
                <a:srgbClr val="990000"/>
              </a:solidFill>
              <a:cs typeface="Arial" pitchFamily="34" charset="0"/>
            </a:endParaRPr>
          </a:p>
        </p:txBody>
      </p:sp>
    </p:spTree>
    <p:extLst>
      <p:ext uri="{BB962C8B-B14F-4D97-AF65-F5344CB8AC3E}">
        <p14:creationId xmlns:p14="http://schemas.microsoft.com/office/powerpoint/2010/main" xmlns="" val="39041313"/>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9618" name="Rectangle 2"/>
          <p:cNvSpPr>
            <a:spLocks noGrp="1"/>
          </p:cNvSpPr>
          <p:nvPr>
            <p:ph type="title"/>
          </p:nvPr>
        </p:nvSpPr>
        <p:spPr/>
        <p:txBody>
          <a:bodyPr/>
          <a:lstStyle/>
          <a:p>
            <a:r>
              <a:rPr lang="en-US" sz="1200" dirty="0" smtClean="0"/>
              <a:t>15.3</a:t>
            </a:r>
            <a:r>
              <a:rPr lang="en-US" sz="1200" dirty="0"/>
              <a:t>: Demo: User defined Properties</a:t>
            </a:r>
            <a:r>
              <a:rPr lang="en-US" sz="1200" b="1" dirty="0"/>
              <a:t/>
            </a:r>
            <a:br>
              <a:rPr lang="en-US" sz="1200" b="1" dirty="0"/>
            </a:br>
            <a:r>
              <a:rPr lang="en-US" dirty="0"/>
              <a:t>Demo: User Specific Properties</a:t>
            </a:r>
          </a:p>
        </p:txBody>
      </p:sp>
      <p:sp>
        <p:nvSpPr>
          <p:cNvPr id="2" name="Content Placeholder 1"/>
          <p:cNvSpPr>
            <a:spLocks noGrp="1"/>
          </p:cNvSpPr>
          <p:nvPr>
            <p:ph idx="1"/>
          </p:nvPr>
        </p:nvSpPr>
        <p:spPr/>
        <p:txBody>
          <a:bodyPr/>
          <a:lstStyle/>
          <a:p>
            <a:endParaRPr lang="en-US"/>
          </a:p>
        </p:txBody>
      </p:sp>
      <p:sp>
        <p:nvSpPr>
          <p:cNvPr id="239620" name="AutoShape 4"/>
          <p:cNvSpPr>
            <a:spLocks noChangeArrowheads="1"/>
          </p:cNvSpPr>
          <p:nvPr/>
        </p:nvSpPr>
        <p:spPr bwMode="auto">
          <a:xfrm>
            <a:off x="373740" y="1937982"/>
            <a:ext cx="7119257" cy="4081818"/>
          </a:xfrm>
          <a:prstGeom prst="roundRect">
            <a:avLst>
              <a:gd name="adj" fmla="val 16667"/>
            </a:avLst>
          </a:prstGeom>
          <a:noFill/>
          <a:ln w="19050" algn="ctr">
            <a:solidFill>
              <a:schemeClr val="tx1"/>
            </a:solidFill>
            <a:round/>
            <a:headEnd/>
            <a:tailEnd/>
          </a:ln>
          <a:effectLst/>
        </p:spPr>
        <p:txBody>
          <a:bodyPr anchor="ctr"/>
          <a:lstStyle/>
          <a:p>
            <a:pPr algn="l">
              <a:lnSpc>
                <a:spcPct val="115000"/>
              </a:lnSpc>
            </a:pPr>
            <a:r>
              <a:rPr lang="en-US" sz="1600" dirty="0">
                <a:latin typeface="+mj-lt"/>
                <a:cs typeface="Arial" pitchFamily="34" charset="0"/>
              </a:rPr>
              <a:t>private static void </a:t>
            </a:r>
            <a:r>
              <a:rPr lang="en-US" sz="1600" dirty="0" err="1">
                <a:latin typeface="+mj-lt"/>
                <a:cs typeface="Arial" pitchFamily="34" charset="0"/>
              </a:rPr>
              <a:t>saveProperties</a:t>
            </a:r>
            <a:r>
              <a:rPr lang="en-US" sz="1600" dirty="0">
                <a:latin typeface="+mj-lt"/>
                <a:cs typeface="Arial" pitchFamily="34" charset="0"/>
              </a:rPr>
              <a:t>(Properties p) {</a:t>
            </a:r>
          </a:p>
          <a:p>
            <a:pPr algn="l">
              <a:lnSpc>
                <a:spcPct val="115000"/>
              </a:lnSpc>
            </a:pPr>
            <a:r>
              <a:rPr lang="en-US" sz="1600" dirty="0">
                <a:latin typeface="+mj-lt"/>
                <a:cs typeface="Arial" pitchFamily="34" charset="0"/>
              </a:rPr>
              <a:t>    try { </a:t>
            </a:r>
            <a:r>
              <a:rPr lang="en-US" sz="1600" dirty="0" err="1">
                <a:latin typeface="+mj-lt"/>
                <a:cs typeface="Arial" pitchFamily="34" charset="0"/>
              </a:rPr>
              <a:t>OutputStream</a:t>
            </a:r>
            <a:r>
              <a:rPr lang="en-US" sz="1600" dirty="0">
                <a:latin typeface="+mj-lt"/>
                <a:cs typeface="Arial" pitchFamily="34" charset="0"/>
              </a:rPr>
              <a:t> </a:t>
            </a:r>
            <a:r>
              <a:rPr lang="en-US" sz="1600" dirty="0" err="1">
                <a:latin typeface="+mj-lt"/>
                <a:cs typeface="Arial" pitchFamily="34" charset="0"/>
              </a:rPr>
              <a:t>propsFile</a:t>
            </a:r>
            <a:r>
              <a:rPr lang="en-US" sz="1600" dirty="0">
                <a:latin typeface="+mj-lt"/>
                <a:cs typeface="Arial" pitchFamily="34" charset="0"/>
              </a:rPr>
              <a:t> = new </a:t>
            </a:r>
            <a:r>
              <a:rPr lang="en-US" sz="1600" dirty="0" err="1">
                <a:latin typeface="+mj-lt"/>
                <a:cs typeface="Arial" pitchFamily="34" charset="0"/>
              </a:rPr>
              <a:t>FileOutputStream</a:t>
            </a:r>
            <a:r>
              <a:rPr lang="en-US" sz="1600" dirty="0">
                <a:latin typeface="+mj-lt"/>
                <a:cs typeface="Arial" pitchFamily="34" charset="0"/>
              </a:rPr>
              <a:t>(</a:t>
            </a:r>
            <a:r>
              <a:rPr lang="en-US" sz="1600" dirty="0" err="1">
                <a:latin typeface="+mj-lt"/>
                <a:cs typeface="Arial" pitchFamily="34" charset="0"/>
              </a:rPr>
              <a:t>fileName</a:t>
            </a:r>
            <a:r>
              <a:rPr lang="en-US" sz="1600" dirty="0">
                <a:latin typeface="+mj-lt"/>
                <a:cs typeface="Arial" pitchFamily="34" charset="0"/>
              </a:rPr>
              <a:t>);</a:t>
            </a:r>
          </a:p>
          <a:p>
            <a:pPr algn="l">
              <a:lnSpc>
                <a:spcPct val="115000"/>
              </a:lnSpc>
            </a:pPr>
            <a:r>
              <a:rPr lang="en-US" sz="1600" dirty="0">
                <a:latin typeface="+mj-lt"/>
                <a:cs typeface="Arial" pitchFamily="34" charset="0"/>
              </a:rPr>
              <a:t>            </a:t>
            </a:r>
            <a:r>
              <a:rPr lang="en-US" sz="1600" dirty="0" err="1">
                <a:latin typeface="+mj-lt"/>
                <a:cs typeface="Arial" pitchFamily="34" charset="0"/>
              </a:rPr>
              <a:t>p.store</a:t>
            </a:r>
            <a:r>
              <a:rPr lang="en-US" sz="1600" dirty="0">
                <a:latin typeface="+mj-lt"/>
                <a:cs typeface="Arial" pitchFamily="34" charset="0"/>
              </a:rPr>
              <a:t>(</a:t>
            </a:r>
            <a:r>
              <a:rPr lang="en-US" sz="1600" dirty="0" err="1">
                <a:latin typeface="+mj-lt"/>
                <a:cs typeface="Arial" pitchFamily="34" charset="0"/>
              </a:rPr>
              <a:t>propsFile</a:t>
            </a:r>
            <a:r>
              <a:rPr lang="en-US" sz="1600" dirty="0">
                <a:latin typeface="+mj-lt"/>
                <a:cs typeface="Arial" pitchFamily="34" charset="0"/>
              </a:rPr>
              <a:t>, "Properties File to the Test Application");</a:t>
            </a:r>
          </a:p>
          <a:p>
            <a:pPr algn="l">
              <a:lnSpc>
                <a:spcPct val="115000"/>
              </a:lnSpc>
            </a:pPr>
            <a:r>
              <a:rPr lang="en-US" sz="1600" dirty="0">
                <a:latin typeface="+mj-lt"/>
                <a:cs typeface="Arial" pitchFamily="34" charset="0"/>
              </a:rPr>
              <a:t>            </a:t>
            </a:r>
            <a:r>
              <a:rPr lang="en-US" sz="1600" dirty="0" err="1">
                <a:latin typeface="+mj-lt"/>
                <a:cs typeface="Arial" pitchFamily="34" charset="0"/>
              </a:rPr>
              <a:t>propsFile.close</a:t>
            </a:r>
            <a:r>
              <a:rPr lang="en-US" sz="1600" dirty="0">
                <a:latin typeface="+mj-lt"/>
                <a:cs typeface="Arial" pitchFamily="34" charset="0"/>
              </a:rPr>
              <a:t>();</a:t>
            </a:r>
          </a:p>
          <a:p>
            <a:pPr algn="l">
              <a:lnSpc>
                <a:spcPct val="115000"/>
              </a:lnSpc>
            </a:pPr>
            <a:r>
              <a:rPr lang="en-US" sz="1600" dirty="0">
                <a:latin typeface="+mj-lt"/>
                <a:cs typeface="Arial" pitchFamily="34" charset="0"/>
              </a:rPr>
              <a:t>        } catch (</a:t>
            </a:r>
            <a:r>
              <a:rPr lang="en-US" sz="1600" dirty="0" err="1">
                <a:latin typeface="+mj-lt"/>
                <a:cs typeface="Arial" pitchFamily="34" charset="0"/>
              </a:rPr>
              <a:t>IOException</a:t>
            </a:r>
            <a:r>
              <a:rPr lang="en-US" sz="1600" dirty="0">
                <a:latin typeface="+mj-lt"/>
                <a:cs typeface="Arial" pitchFamily="34" charset="0"/>
              </a:rPr>
              <a:t> </a:t>
            </a:r>
            <a:r>
              <a:rPr lang="en-US" sz="1600" dirty="0" err="1">
                <a:latin typeface="+mj-lt"/>
                <a:cs typeface="Arial" pitchFamily="34" charset="0"/>
              </a:rPr>
              <a:t>ioe</a:t>
            </a:r>
            <a:r>
              <a:rPr lang="en-US" sz="1600" dirty="0">
                <a:latin typeface="+mj-lt"/>
                <a:cs typeface="Arial" pitchFamily="34" charset="0"/>
              </a:rPr>
              <a:t>) {… }</a:t>
            </a:r>
          </a:p>
          <a:p>
            <a:pPr algn="l">
              <a:lnSpc>
                <a:spcPct val="115000"/>
              </a:lnSpc>
            </a:pPr>
            <a:r>
              <a:rPr lang="en-US" sz="1600" dirty="0">
                <a:latin typeface="+mj-lt"/>
                <a:cs typeface="Arial" pitchFamily="34" charset="0"/>
              </a:rPr>
              <a:t>}</a:t>
            </a:r>
          </a:p>
          <a:p>
            <a:pPr algn="l">
              <a:lnSpc>
                <a:spcPct val="115000"/>
              </a:lnSpc>
            </a:pPr>
            <a:r>
              <a:rPr lang="en-US" sz="1600" dirty="0">
                <a:latin typeface="+mj-lt"/>
                <a:cs typeface="Arial" pitchFamily="34" charset="0"/>
              </a:rPr>
              <a:t>private static Properties </a:t>
            </a:r>
            <a:r>
              <a:rPr lang="en-US" sz="1600" dirty="0" err="1">
                <a:latin typeface="+mj-lt"/>
                <a:cs typeface="Arial" pitchFamily="34" charset="0"/>
              </a:rPr>
              <a:t>loadProperties</a:t>
            </a:r>
            <a:r>
              <a:rPr lang="en-US" sz="1600" dirty="0">
                <a:latin typeface="+mj-lt"/>
                <a:cs typeface="Arial" pitchFamily="34" charset="0"/>
              </a:rPr>
              <a:t>(String </a:t>
            </a:r>
            <a:r>
              <a:rPr lang="en-US" sz="1600" dirty="0" err="1">
                <a:latin typeface="+mj-lt"/>
                <a:cs typeface="Arial" pitchFamily="34" charset="0"/>
              </a:rPr>
              <a:t>fileName</a:t>
            </a:r>
            <a:r>
              <a:rPr lang="en-US" sz="1600" dirty="0">
                <a:latin typeface="+mj-lt"/>
                <a:cs typeface="Arial" pitchFamily="34" charset="0"/>
              </a:rPr>
              <a:t>) {</a:t>
            </a:r>
          </a:p>
          <a:p>
            <a:pPr algn="l">
              <a:lnSpc>
                <a:spcPct val="115000"/>
              </a:lnSpc>
            </a:pPr>
            <a:r>
              <a:rPr lang="en-US" sz="1600" dirty="0">
                <a:latin typeface="+mj-lt"/>
                <a:cs typeface="Arial" pitchFamily="34" charset="0"/>
              </a:rPr>
              <a:t>     Properties </a:t>
            </a:r>
            <a:r>
              <a:rPr lang="en-US" sz="1600" dirty="0" err="1">
                <a:latin typeface="+mj-lt"/>
                <a:cs typeface="Arial" pitchFamily="34" charset="0"/>
              </a:rPr>
              <a:t>tempProp</a:t>
            </a:r>
            <a:r>
              <a:rPr lang="en-US" sz="1600" dirty="0">
                <a:latin typeface="+mj-lt"/>
                <a:cs typeface="Arial" pitchFamily="34" charset="0"/>
              </a:rPr>
              <a:t> = new Properties();</a:t>
            </a:r>
          </a:p>
          <a:p>
            <a:pPr algn="l">
              <a:lnSpc>
                <a:spcPct val="115000"/>
              </a:lnSpc>
            </a:pPr>
            <a:r>
              <a:rPr lang="en-US" sz="1600" dirty="0">
                <a:latin typeface="+mj-lt"/>
                <a:cs typeface="Arial" pitchFamily="34" charset="0"/>
              </a:rPr>
              <a:t>        try { </a:t>
            </a:r>
            <a:r>
              <a:rPr lang="en-US" sz="1600" dirty="0" err="1">
                <a:latin typeface="+mj-lt"/>
                <a:cs typeface="Arial" pitchFamily="34" charset="0"/>
              </a:rPr>
              <a:t>InputStream</a:t>
            </a:r>
            <a:r>
              <a:rPr lang="en-US" sz="1600" dirty="0">
                <a:latin typeface="+mj-lt"/>
                <a:cs typeface="Arial" pitchFamily="34" charset="0"/>
              </a:rPr>
              <a:t>  </a:t>
            </a:r>
            <a:r>
              <a:rPr lang="en-US" sz="1600" dirty="0" err="1">
                <a:latin typeface="+mj-lt"/>
                <a:cs typeface="Arial" pitchFamily="34" charset="0"/>
              </a:rPr>
              <a:t>propsFile</a:t>
            </a:r>
            <a:r>
              <a:rPr lang="en-US" sz="1600" dirty="0">
                <a:latin typeface="+mj-lt"/>
                <a:cs typeface="Arial" pitchFamily="34" charset="0"/>
              </a:rPr>
              <a:t> = new </a:t>
            </a:r>
            <a:r>
              <a:rPr lang="en-US" sz="1600" dirty="0" err="1">
                <a:latin typeface="+mj-lt"/>
                <a:cs typeface="Arial" pitchFamily="34" charset="0"/>
              </a:rPr>
              <a:t>FileInputStream</a:t>
            </a:r>
            <a:r>
              <a:rPr lang="en-US" sz="1600" dirty="0">
                <a:latin typeface="+mj-lt"/>
                <a:cs typeface="Arial" pitchFamily="34" charset="0"/>
              </a:rPr>
              <a:t>(</a:t>
            </a:r>
            <a:r>
              <a:rPr lang="en-US" sz="1600" dirty="0" err="1">
                <a:latin typeface="+mj-lt"/>
                <a:cs typeface="Arial" pitchFamily="34" charset="0"/>
              </a:rPr>
              <a:t>fileName</a:t>
            </a:r>
            <a:r>
              <a:rPr lang="en-US" sz="1600" dirty="0">
                <a:latin typeface="+mj-lt"/>
                <a:cs typeface="Arial" pitchFamily="34" charset="0"/>
              </a:rPr>
              <a:t>);</a:t>
            </a:r>
          </a:p>
          <a:p>
            <a:pPr algn="l">
              <a:lnSpc>
                <a:spcPct val="115000"/>
              </a:lnSpc>
            </a:pPr>
            <a:r>
              <a:rPr lang="en-US" sz="1600" dirty="0">
                <a:latin typeface="+mj-lt"/>
                <a:cs typeface="Arial" pitchFamily="34" charset="0"/>
              </a:rPr>
              <a:t>            </a:t>
            </a:r>
            <a:r>
              <a:rPr lang="en-US" sz="1600" dirty="0" err="1">
                <a:latin typeface="+mj-lt"/>
                <a:cs typeface="Arial" pitchFamily="34" charset="0"/>
              </a:rPr>
              <a:t>tempProp.load</a:t>
            </a:r>
            <a:r>
              <a:rPr lang="en-US" sz="1600" dirty="0">
                <a:latin typeface="+mj-lt"/>
                <a:cs typeface="Arial" pitchFamily="34" charset="0"/>
              </a:rPr>
              <a:t>(</a:t>
            </a:r>
            <a:r>
              <a:rPr lang="en-US" sz="1600" dirty="0" err="1">
                <a:latin typeface="+mj-lt"/>
                <a:cs typeface="Arial" pitchFamily="34" charset="0"/>
              </a:rPr>
              <a:t>propsFile</a:t>
            </a:r>
            <a:r>
              <a:rPr lang="en-US" sz="1600" dirty="0">
                <a:latin typeface="+mj-lt"/>
                <a:cs typeface="Arial" pitchFamily="34" charset="0"/>
              </a:rPr>
              <a:t>);</a:t>
            </a:r>
          </a:p>
          <a:p>
            <a:pPr algn="l">
              <a:lnSpc>
                <a:spcPct val="115000"/>
              </a:lnSpc>
            </a:pPr>
            <a:r>
              <a:rPr lang="en-US" sz="1600" dirty="0">
                <a:latin typeface="+mj-lt"/>
                <a:cs typeface="Arial" pitchFamily="34" charset="0"/>
              </a:rPr>
              <a:t>            </a:t>
            </a:r>
            <a:r>
              <a:rPr lang="en-US" sz="1600" dirty="0" err="1">
                <a:latin typeface="+mj-lt"/>
                <a:cs typeface="Arial" pitchFamily="34" charset="0"/>
              </a:rPr>
              <a:t>propsFile.close</a:t>
            </a:r>
            <a:r>
              <a:rPr lang="en-US" sz="1600" dirty="0">
                <a:latin typeface="+mj-lt"/>
                <a:cs typeface="Arial" pitchFamily="34" charset="0"/>
              </a:rPr>
              <a:t>();</a:t>
            </a:r>
          </a:p>
          <a:p>
            <a:pPr algn="l">
              <a:lnSpc>
                <a:spcPct val="115000"/>
              </a:lnSpc>
            </a:pPr>
            <a:r>
              <a:rPr lang="en-US" sz="1600" dirty="0">
                <a:latin typeface="+mj-lt"/>
                <a:cs typeface="Arial" pitchFamily="34" charset="0"/>
              </a:rPr>
              <a:t>        } catch (</a:t>
            </a:r>
            <a:r>
              <a:rPr lang="en-US" sz="1600" dirty="0" err="1">
                <a:latin typeface="+mj-lt"/>
                <a:cs typeface="Arial" pitchFamily="34" charset="0"/>
              </a:rPr>
              <a:t>IOException</a:t>
            </a:r>
            <a:r>
              <a:rPr lang="en-US" sz="1600" dirty="0">
                <a:latin typeface="+mj-lt"/>
                <a:cs typeface="Arial" pitchFamily="34" charset="0"/>
              </a:rPr>
              <a:t> </a:t>
            </a:r>
            <a:r>
              <a:rPr lang="en-US" sz="1600" dirty="0" err="1">
                <a:latin typeface="+mj-lt"/>
                <a:cs typeface="Arial" pitchFamily="34" charset="0"/>
              </a:rPr>
              <a:t>ioe</a:t>
            </a:r>
            <a:r>
              <a:rPr lang="en-US" sz="1600" dirty="0">
                <a:latin typeface="+mj-lt"/>
                <a:cs typeface="Arial" pitchFamily="34" charset="0"/>
              </a:rPr>
              <a:t>) {… }     </a:t>
            </a:r>
          </a:p>
          <a:p>
            <a:pPr algn="l">
              <a:lnSpc>
                <a:spcPct val="115000"/>
              </a:lnSpc>
            </a:pPr>
            <a:r>
              <a:rPr lang="en-US" sz="1600" dirty="0">
                <a:latin typeface="+mj-lt"/>
                <a:cs typeface="Arial" pitchFamily="34" charset="0"/>
              </a:rPr>
              <a:t>        return </a:t>
            </a:r>
            <a:r>
              <a:rPr lang="en-US" sz="1600" dirty="0" err="1">
                <a:latin typeface="+mj-lt"/>
                <a:cs typeface="Arial" pitchFamily="34" charset="0"/>
              </a:rPr>
              <a:t>tempProp</a:t>
            </a:r>
            <a:r>
              <a:rPr lang="en-US" sz="1600" dirty="0">
                <a:latin typeface="+mj-lt"/>
                <a:cs typeface="Arial" pitchFamily="34" charset="0"/>
              </a:rPr>
              <a:t>;     }</a:t>
            </a:r>
          </a:p>
        </p:txBody>
      </p:sp>
    </p:spTree>
    <p:extLst>
      <p:ext uri="{BB962C8B-B14F-4D97-AF65-F5344CB8AC3E}">
        <p14:creationId xmlns:p14="http://schemas.microsoft.com/office/powerpoint/2010/main" xmlns="" val="646057198"/>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1668" name="AutoShape 4"/>
          <p:cNvSpPr>
            <a:spLocks noChangeArrowheads="1"/>
          </p:cNvSpPr>
          <p:nvPr/>
        </p:nvSpPr>
        <p:spPr bwMode="auto">
          <a:xfrm>
            <a:off x="407304" y="2033515"/>
            <a:ext cx="7463971" cy="4135273"/>
          </a:xfrm>
          <a:prstGeom prst="roundRect">
            <a:avLst>
              <a:gd name="adj" fmla="val 16667"/>
            </a:avLst>
          </a:prstGeom>
          <a:noFill/>
          <a:ln w="19050" algn="ctr">
            <a:solidFill>
              <a:schemeClr val="tx1"/>
            </a:solidFill>
            <a:round/>
            <a:headEnd/>
            <a:tailEnd/>
          </a:ln>
          <a:effectLst/>
        </p:spPr>
        <p:txBody>
          <a:bodyPr anchor="ctr"/>
          <a:lstStyle/>
          <a:p>
            <a:pPr>
              <a:lnSpc>
                <a:spcPct val="115000"/>
              </a:lnSpc>
            </a:pPr>
            <a:r>
              <a:rPr lang="en-US" sz="1600" dirty="0">
                <a:latin typeface="+mj-lt"/>
              </a:rPr>
              <a:t> </a:t>
            </a:r>
            <a:r>
              <a:rPr lang="en-US" sz="1600" dirty="0">
                <a:latin typeface="+mj-lt"/>
                <a:cs typeface="Arial" pitchFamily="34" charset="0"/>
              </a:rPr>
              <a:t>private static Properties </a:t>
            </a:r>
            <a:r>
              <a:rPr lang="en-US" sz="1600" dirty="0" err="1">
                <a:latin typeface="+mj-lt"/>
                <a:cs typeface="Arial" pitchFamily="34" charset="0"/>
              </a:rPr>
              <a:t>createDefaultProperties</a:t>
            </a:r>
            <a:r>
              <a:rPr lang="en-US" sz="1600" dirty="0">
                <a:latin typeface="+mj-lt"/>
                <a:cs typeface="Arial" pitchFamily="34" charset="0"/>
              </a:rPr>
              <a:t>() {</a:t>
            </a:r>
          </a:p>
          <a:p>
            <a:pPr>
              <a:lnSpc>
                <a:spcPct val="115000"/>
              </a:lnSpc>
            </a:pPr>
            <a:r>
              <a:rPr lang="en-US" sz="1600" dirty="0">
                <a:latin typeface="+mj-lt"/>
                <a:cs typeface="Arial" pitchFamily="34" charset="0"/>
              </a:rPr>
              <a:t>        Properties </a:t>
            </a:r>
            <a:r>
              <a:rPr lang="en-US" sz="1600" dirty="0" err="1">
                <a:latin typeface="+mj-lt"/>
                <a:cs typeface="Arial" pitchFamily="34" charset="0"/>
              </a:rPr>
              <a:t>tempProp</a:t>
            </a:r>
            <a:r>
              <a:rPr lang="en-US" sz="1600" dirty="0">
                <a:latin typeface="+mj-lt"/>
                <a:cs typeface="Arial" pitchFamily="34" charset="0"/>
              </a:rPr>
              <a:t> = new Properties();</a:t>
            </a:r>
          </a:p>
          <a:p>
            <a:pPr>
              <a:lnSpc>
                <a:spcPct val="115000"/>
              </a:lnSpc>
            </a:pPr>
            <a:r>
              <a:rPr lang="en-US" sz="1600" dirty="0">
                <a:latin typeface="+mj-lt"/>
                <a:cs typeface="Arial" pitchFamily="34" charset="0"/>
              </a:rPr>
              <a:t>	/* Database connection parameter properties are set */</a:t>
            </a:r>
          </a:p>
          <a:p>
            <a:pPr>
              <a:lnSpc>
                <a:spcPct val="115000"/>
              </a:lnSpc>
            </a:pPr>
            <a:r>
              <a:rPr lang="en-US" sz="1600" dirty="0">
                <a:latin typeface="+mj-lt"/>
                <a:cs typeface="Arial" pitchFamily="34" charset="0"/>
              </a:rPr>
              <a:t>       </a:t>
            </a:r>
            <a:r>
              <a:rPr lang="en-US" sz="1600" dirty="0" err="1">
                <a:latin typeface="+mj-lt"/>
                <a:cs typeface="Arial" pitchFamily="34" charset="0"/>
              </a:rPr>
              <a:t>tempProp.setProperty</a:t>
            </a:r>
            <a:r>
              <a:rPr lang="en-US" sz="1600" dirty="0">
                <a:latin typeface="+mj-lt"/>
                <a:cs typeface="Arial" pitchFamily="34" charset="0"/>
              </a:rPr>
              <a:t>("</a:t>
            </a:r>
            <a:r>
              <a:rPr lang="en-US" sz="1600" dirty="0" err="1">
                <a:latin typeface="+mj-lt"/>
                <a:cs typeface="Arial" pitchFamily="34" charset="0"/>
              </a:rPr>
              <a:t>url</a:t>
            </a:r>
            <a:r>
              <a:rPr lang="en-US" sz="1600" dirty="0">
                <a:latin typeface="+mj-lt"/>
                <a:cs typeface="Arial" pitchFamily="34" charset="0"/>
              </a:rPr>
              <a:t>",                                 </a:t>
            </a:r>
          </a:p>
          <a:p>
            <a:pPr>
              <a:lnSpc>
                <a:spcPct val="115000"/>
              </a:lnSpc>
            </a:pPr>
            <a:r>
              <a:rPr lang="en-US" sz="1600" dirty="0">
                <a:latin typeface="+mj-lt"/>
                <a:cs typeface="Arial" pitchFamily="34" charset="0"/>
              </a:rPr>
              <a:t>                            "</a:t>
            </a:r>
            <a:r>
              <a:rPr lang="en-US" sz="1600" dirty="0" err="1">
                <a:latin typeface="+mj-lt"/>
                <a:cs typeface="Arial" pitchFamily="34" charset="0"/>
              </a:rPr>
              <a:t>jdbc:oracle:thin</a:t>
            </a:r>
            <a:r>
              <a:rPr lang="en-US" sz="1600" dirty="0">
                <a:latin typeface="+mj-lt"/>
                <a:cs typeface="Arial" pitchFamily="34" charset="0"/>
              </a:rPr>
              <a:t>:@192.168.12.16:1521:oracle8i");</a:t>
            </a:r>
          </a:p>
          <a:p>
            <a:pPr>
              <a:lnSpc>
                <a:spcPct val="115000"/>
              </a:lnSpc>
            </a:pPr>
            <a:r>
              <a:rPr lang="en-US" sz="1600" dirty="0">
                <a:latin typeface="+mj-lt"/>
                <a:cs typeface="Arial" pitchFamily="34" charset="0"/>
              </a:rPr>
              <a:t>        </a:t>
            </a:r>
            <a:r>
              <a:rPr lang="en-US" sz="1600" dirty="0" err="1">
                <a:latin typeface="+mj-lt"/>
                <a:cs typeface="Arial" pitchFamily="34" charset="0"/>
              </a:rPr>
              <a:t>tempProp.setProperty</a:t>
            </a:r>
            <a:r>
              <a:rPr lang="en-US" sz="1600" dirty="0">
                <a:latin typeface="+mj-lt"/>
                <a:cs typeface="Arial" pitchFamily="34" charset="0"/>
              </a:rPr>
              <a:t>("</a:t>
            </a:r>
            <a:r>
              <a:rPr lang="en-US" sz="1600" dirty="0" err="1">
                <a:latin typeface="+mj-lt"/>
                <a:cs typeface="Arial" pitchFamily="34" charset="0"/>
              </a:rPr>
              <a:t>driver","oracle.jdbc.driver.OracleDriver</a:t>
            </a:r>
            <a:r>
              <a:rPr lang="en-US" sz="1600" dirty="0">
                <a:latin typeface="+mj-lt"/>
                <a:cs typeface="Arial" pitchFamily="34" charset="0"/>
              </a:rPr>
              <a:t>");</a:t>
            </a:r>
          </a:p>
          <a:p>
            <a:pPr>
              <a:lnSpc>
                <a:spcPct val="115000"/>
              </a:lnSpc>
            </a:pPr>
            <a:r>
              <a:rPr lang="en-US" sz="1600" dirty="0">
                <a:latin typeface="+mj-lt"/>
                <a:cs typeface="Arial" pitchFamily="34" charset="0"/>
              </a:rPr>
              <a:t>        </a:t>
            </a:r>
            <a:r>
              <a:rPr lang="en-US" sz="1600" dirty="0" err="1">
                <a:latin typeface="+mj-lt"/>
                <a:cs typeface="Arial" pitchFamily="34" charset="0"/>
              </a:rPr>
              <a:t>tempProp.setProperty</a:t>
            </a:r>
            <a:r>
              <a:rPr lang="en-US" sz="1600" dirty="0">
                <a:latin typeface="+mj-lt"/>
                <a:cs typeface="Arial" pitchFamily="34" charset="0"/>
              </a:rPr>
              <a:t>("username", "trg1");</a:t>
            </a:r>
          </a:p>
          <a:p>
            <a:pPr>
              <a:lnSpc>
                <a:spcPct val="115000"/>
              </a:lnSpc>
            </a:pPr>
            <a:r>
              <a:rPr lang="en-US" sz="1600" dirty="0">
                <a:latin typeface="+mj-lt"/>
                <a:cs typeface="Arial" pitchFamily="34" charset="0"/>
              </a:rPr>
              <a:t>        </a:t>
            </a:r>
            <a:r>
              <a:rPr lang="en-US" sz="1600" dirty="0" err="1">
                <a:latin typeface="+mj-lt"/>
                <a:cs typeface="Arial" pitchFamily="34" charset="0"/>
              </a:rPr>
              <a:t>tempProp.setProperty</a:t>
            </a:r>
            <a:r>
              <a:rPr lang="en-US" sz="1600" dirty="0">
                <a:latin typeface="+mj-lt"/>
                <a:cs typeface="Arial" pitchFamily="34" charset="0"/>
              </a:rPr>
              <a:t>("password", "tiger");</a:t>
            </a:r>
          </a:p>
          <a:p>
            <a:pPr>
              <a:lnSpc>
                <a:spcPct val="115000"/>
              </a:lnSpc>
            </a:pPr>
            <a:r>
              <a:rPr lang="en-US" sz="1600" dirty="0">
                <a:latin typeface="+mj-lt"/>
                <a:cs typeface="Arial" pitchFamily="34" charset="0"/>
              </a:rPr>
              <a:t>        return </a:t>
            </a:r>
            <a:r>
              <a:rPr lang="en-US" sz="1600" dirty="0" err="1">
                <a:latin typeface="+mj-lt"/>
                <a:cs typeface="Arial" pitchFamily="34" charset="0"/>
              </a:rPr>
              <a:t>tempProp</a:t>
            </a:r>
            <a:r>
              <a:rPr lang="en-US" sz="1600" dirty="0">
                <a:latin typeface="+mj-lt"/>
                <a:cs typeface="Arial" pitchFamily="34" charset="0"/>
              </a:rPr>
              <a:t>; </a:t>
            </a:r>
          </a:p>
          <a:p>
            <a:pPr>
              <a:lnSpc>
                <a:spcPct val="115000"/>
              </a:lnSpc>
            </a:pPr>
            <a:r>
              <a:rPr lang="en-US" sz="1600" dirty="0">
                <a:latin typeface="+mj-lt"/>
                <a:cs typeface="Arial" pitchFamily="34" charset="0"/>
              </a:rPr>
              <a:t>}</a:t>
            </a:r>
          </a:p>
          <a:p>
            <a:pPr>
              <a:lnSpc>
                <a:spcPct val="115000"/>
              </a:lnSpc>
            </a:pPr>
            <a:r>
              <a:rPr lang="en-US" sz="1600" dirty="0">
                <a:latin typeface="+mj-lt"/>
                <a:cs typeface="Arial" pitchFamily="34" charset="0"/>
              </a:rPr>
              <a:t>private static void </a:t>
            </a:r>
            <a:r>
              <a:rPr lang="en-US" sz="1600" dirty="0" err="1">
                <a:latin typeface="+mj-lt"/>
                <a:cs typeface="Arial" pitchFamily="34" charset="0"/>
              </a:rPr>
              <a:t>printProperties</a:t>
            </a:r>
            <a:r>
              <a:rPr lang="en-US" sz="1600" dirty="0">
                <a:latin typeface="+mj-lt"/>
                <a:cs typeface="Arial" pitchFamily="34" charset="0"/>
              </a:rPr>
              <a:t>(Properties p, String s) {</a:t>
            </a:r>
          </a:p>
          <a:p>
            <a:pPr>
              <a:lnSpc>
                <a:spcPct val="115000"/>
              </a:lnSpc>
            </a:pPr>
            <a:r>
              <a:rPr lang="en-US" sz="1600" dirty="0">
                <a:latin typeface="+mj-lt"/>
                <a:cs typeface="Arial" pitchFamily="34" charset="0"/>
              </a:rPr>
              <a:t>        </a:t>
            </a:r>
            <a:r>
              <a:rPr lang="en-US" sz="1600" dirty="0" err="1">
                <a:latin typeface="+mj-lt"/>
                <a:cs typeface="Arial" pitchFamily="34" charset="0"/>
              </a:rPr>
              <a:t>p.list</a:t>
            </a:r>
            <a:r>
              <a:rPr lang="en-US" sz="1600" dirty="0">
                <a:latin typeface="+mj-lt"/>
                <a:cs typeface="Arial" pitchFamily="34" charset="0"/>
              </a:rPr>
              <a:t>(</a:t>
            </a:r>
            <a:r>
              <a:rPr lang="en-US" sz="1600" dirty="0" err="1">
                <a:latin typeface="+mj-lt"/>
                <a:cs typeface="Arial" pitchFamily="34" charset="0"/>
              </a:rPr>
              <a:t>System.out</a:t>
            </a:r>
            <a:r>
              <a:rPr lang="en-US" sz="1600" dirty="0">
                <a:latin typeface="+mj-lt"/>
                <a:cs typeface="Arial" pitchFamily="34" charset="0"/>
              </a:rPr>
              <a:t>);   </a:t>
            </a:r>
          </a:p>
          <a:p>
            <a:pPr>
              <a:lnSpc>
                <a:spcPct val="115000"/>
              </a:lnSpc>
            </a:pPr>
            <a:r>
              <a:rPr lang="en-US" sz="1600" dirty="0">
                <a:latin typeface="+mj-lt"/>
                <a:cs typeface="Arial" pitchFamily="34" charset="0"/>
              </a:rPr>
              <a:t>}</a:t>
            </a:r>
          </a:p>
        </p:txBody>
      </p:sp>
      <p:sp>
        <p:nvSpPr>
          <p:cNvPr id="241670" name="Rectangle 6"/>
          <p:cNvSpPr>
            <a:spLocks noChangeArrowheads="1"/>
          </p:cNvSpPr>
          <p:nvPr/>
        </p:nvSpPr>
        <p:spPr bwMode="auto">
          <a:xfrm>
            <a:off x="609600" y="609600"/>
            <a:ext cx="8382000" cy="533400"/>
          </a:xfrm>
          <a:prstGeom prst="rect">
            <a:avLst/>
          </a:prstGeom>
          <a:noFill/>
          <a:ln w="12700">
            <a:noFill/>
            <a:miter lim="800000"/>
            <a:headEnd/>
            <a:tailEnd/>
          </a:ln>
          <a:effectLst/>
        </p:spPr>
        <p:txBody>
          <a:bodyPr lIns="90488" tIns="44450" rIns="90488" bIns="44450" anchor="ctr"/>
          <a:lstStyle/>
          <a:p>
            <a:pPr algn="l" eaLnBrk="0" hangingPunct="0"/>
            <a:endParaRPr lang="en-US" sz="2400" b="1">
              <a:solidFill>
                <a:schemeClr val="bg1"/>
              </a:solidFill>
            </a:endParaRPr>
          </a:p>
        </p:txBody>
      </p:sp>
      <p:sp>
        <p:nvSpPr>
          <p:cNvPr id="241671" name="Rectangle 7"/>
          <p:cNvSpPr>
            <a:spLocks noGrp="1"/>
          </p:cNvSpPr>
          <p:nvPr>
            <p:ph type="title"/>
          </p:nvPr>
        </p:nvSpPr>
        <p:spPr/>
        <p:txBody>
          <a:bodyPr/>
          <a:lstStyle/>
          <a:p>
            <a:r>
              <a:rPr lang="en-US" sz="1200" dirty="0" smtClean="0"/>
              <a:t>15.3</a:t>
            </a:r>
            <a:r>
              <a:rPr lang="en-US" sz="1200" dirty="0"/>
              <a:t>: Demo: User defined Properties</a:t>
            </a:r>
            <a:r>
              <a:rPr lang="en-US" sz="1200" b="1" dirty="0"/>
              <a:t/>
            </a:r>
            <a:br>
              <a:rPr lang="en-US" sz="1200" b="1" dirty="0"/>
            </a:br>
            <a:r>
              <a:rPr lang="en-US" dirty="0"/>
              <a:t>Demo: User Specific Properties</a:t>
            </a:r>
          </a:p>
        </p:txBody>
      </p:sp>
      <p:sp>
        <p:nvSpPr>
          <p:cNvPr id="2" name="Content Placeholder 1"/>
          <p:cNvSpPr>
            <a:spLocks noGrp="1"/>
          </p:cNvSpPr>
          <p:nvPr>
            <p:ph idx="1"/>
          </p:nvPr>
        </p:nvSpPr>
        <p:spPr/>
        <p:txBody>
          <a:bodyPr/>
          <a:lstStyle/>
          <a:p>
            <a:endParaRPr lang="en-US" dirty="0"/>
          </a:p>
        </p:txBody>
      </p:sp>
    </p:spTree>
    <p:extLst>
      <p:ext uri="{BB962C8B-B14F-4D97-AF65-F5344CB8AC3E}">
        <p14:creationId xmlns:p14="http://schemas.microsoft.com/office/powerpoint/2010/main" xmlns="" val="3683138563"/>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9794" name="Rectangle 2"/>
          <p:cNvSpPr>
            <a:spLocks noGrp="1"/>
          </p:cNvSpPr>
          <p:nvPr>
            <p:ph idx="1"/>
          </p:nvPr>
        </p:nvSpPr>
        <p:spPr/>
        <p:txBody>
          <a:bodyPr/>
          <a:lstStyle/>
          <a:p>
            <a:r>
              <a:rPr lang="en-US" dirty="0">
                <a:solidFill>
                  <a:schemeClr val="tx1"/>
                </a:solidFill>
              </a:rPr>
              <a:t>Execute the DatasourcePropertyfiles.java program</a:t>
            </a:r>
          </a:p>
          <a:p>
            <a:endParaRPr lang="en-US" dirty="0">
              <a:solidFill>
                <a:schemeClr val="tx1"/>
              </a:solidFill>
            </a:endParaRPr>
          </a:p>
        </p:txBody>
      </p:sp>
      <p:sp>
        <p:nvSpPr>
          <p:cNvPr id="2" name="Title 1"/>
          <p:cNvSpPr>
            <a:spLocks noGrp="1"/>
          </p:cNvSpPr>
          <p:nvPr>
            <p:ph type="title"/>
          </p:nvPr>
        </p:nvSpPr>
        <p:spPr/>
        <p:txBody>
          <a:bodyPr/>
          <a:lstStyle/>
          <a:p>
            <a:r>
              <a:rPr lang="en-US" sz="1200" dirty="0"/>
              <a:t>15.3: Demo: User defined Properties</a:t>
            </a:r>
            <a:r>
              <a:rPr lang="en-US" dirty="0"/>
              <a:t/>
            </a:r>
            <a:br>
              <a:rPr lang="en-US" dirty="0"/>
            </a:br>
            <a:r>
              <a:rPr lang="en-US" dirty="0"/>
              <a:t>Demo : Concept of properties</a:t>
            </a:r>
          </a:p>
        </p:txBody>
      </p:sp>
    </p:spTree>
    <p:extLst>
      <p:ext uri="{BB962C8B-B14F-4D97-AF65-F5344CB8AC3E}">
        <p14:creationId xmlns:p14="http://schemas.microsoft.com/office/powerpoint/2010/main" xmlns="" val="2171802687"/>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7090" name="Rectangle 2"/>
          <p:cNvSpPr>
            <a:spLocks noGrp="1"/>
          </p:cNvSpPr>
          <p:nvPr>
            <p:ph type="title"/>
          </p:nvPr>
        </p:nvSpPr>
        <p:spPr/>
        <p:txBody>
          <a:bodyPr>
            <a:normAutofit/>
          </a:bodyPr>
          <a:lstStyle/>
          <a:p>
            <a:r>
              <a:rPr lang="en-US" dirty="0"/>
              <a:t>Summary</a:t>
            </a:r>
          </a:p>
        </p:txBody>
      </p:sp>
      <p:sp>
        <p:nvSpPr>
          <p:cNvPr id="217091" name="Rectangle 3"/>
          <p:cNvSpPr>
            <a:spLocks noGrp="1"/>
          </p:cNvSpPr>
          <p:nvPr>
            <p:ph idx="1"/>
          </p:nvPr>
        </p:nvSpPr>
        <p:spPr/>
        <p:txBody>
          <a:bodyPr/>
          <a:lstStyle/>
          <a:p>
            <a:r>
              <a:rPr lang="en-US" dirty="0">
                <a:solidFill>
                  <a:schemeClr val="tx1"/>
                </a:solidFill>
              </a:rPr>
              <a:t>In this lesson, you have learnt the following:</a:t>
            </a:r>
          </a:p>
          <a:p>
            <a:pPr lvl="1"/>
            <a:r>
              <a:rPr lang="en-US" dirty="0">
                <a:solidFill>
                  <a:schemeClr val="tx1"/>
                </a:solidFill>
              </a:rPr>
              <a:t>What are Property files and their usage?</a:t>
            </a:r>
          </a:p>
          <a:p>
            <a:pPr lvl="1"/>
            <a:r>
              <a:rPr lang="en-US" dirty="0">
                <a:solidFill>
                  <a:schemeClr val="tx1"/>
                </a:solidFill>
              </a:rPr>
              <a:t>User specific properties</a:t>
            </a:r>
          </a:p>
          <a:p>
            <a:endParaRPr lang="en-US" dirty="0">
              <a:solidFill>
                <a:schemeClr val="tx1"/>
              </a:solidFill>
            </a:endParaRPr>
          </a:p>
        </p:txBody>
      </p:sp>
    </p:spTree>
    <p:extLst>
      <p:ext uri="{BB962C8B-B14F-4D97-AF65-F5344CB8AC3E}">
        <p14:creationId xmlns:p14="http://schemas.microsoft.com/office/powerpoint/2010/main" xmlns="" val="860175973"/>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9138" name="Rectangle 2"/>
          <p:cNvSpPr>
            <a:spLocks noGrp="1"/>
          </p:cNvSpPr>
          <p:nvPr>
            <p:ph type="title"/>
          </p:nvPr>
        </p:nvSpPr>
        <p:spPr/>
        <p:txBody>
          <a:bodyPr>
            <a:normAutofit/>
          </a:bodyPr>
          <a:lstStyle/>
          <a:p>
            <a:r>
              <a:rPr lang="en-US" dirty="0"/>
              <a:t>Review Question</a:t>
            </a:r>
          </a:p>
        </p:txBody>
      </p:sp>
      <p:sp>
        <p:nvSpPr>
          <p:cNvPr id="219139" name="Rectangle 3"/>
          <p:cNvSpPr>
            <a:spLocks noGrp="1"/>
          </p:cNvSpPr>
          <p:nvPr>
            <p:ph idx="1"/>
          </p:nvPr>
        </p:nvSpPr>
        <p:spPr/>
        <p:txBody>
          <a:bodyPr/>
          <a:lstStyle/>
          <a:p>
            <a:r>
              <a:rPr lang="en-US" dirty="0">
                <a:solidFill>
                  <a:schemeClr val="tx1"/>
                </a:solidFill>
              </a:rPr>
              <a:t>Question 1:  load(____________) throws </a:t>
            </a:r>
            <a:r>
              <a:rPr lang="en-US" dirty="0" err="1">
                <a:solidFill>
                  <a:schemeClr val="tx1"/>
                </a:solidFill>
              </a:rPr>
              <a:t>IOException</a:t>
            </a:r>
            <a:endParaRPr lang="en-US" dirty="0">
              <a:solidFill>
                <a:schemeClr val="tx1"/>
              </a:solidFill>
            </a:endParaRPr>
          </a:p>
          <a:p>
            <a:pPr lvl="1"/>
            <a:r>
              <a:rPr lang="en-US" b="1" dirty="0">
                <a:solidFill>
                  <a:schemeClr val="tx1"/>
                </a:solidFill>
              </a:rPr>
              <a:t>Option 1 :</a:t>
            </a:r>
            <a:r>
              <a:rPr lang="en-US" dirty="0">
                <a:solidFill>
                  <a:schemeClr val="tx1"/>
                </a:solidFill>
              </a:rPr>
              <a:t> </a:t>
            </a:r>
            <a:r>
              <a:rPr lang="en-US" dirty="0" err="1">
                <a:solidFill>
                  <a:schemeClr val="tx1"/>
                </a:solidFill>
              </a:rPr>
              <a:t>InputStream</a:t>
            </a:r>
            <a:endParaRPr lang="en-US" dirty="0">
              <a:solidFill>
                <a:schemeClr val="tx1"/>
              </a:solidFill>
            </a:endParaRPr>
          </a:p>
          <a:p>
            <a:pPr lvl="1"/>
            <a:r>
              <a:rPr lang="en-US" b="1" dirty="0">
                <a:solidFill>
                  <a:schemeClr val="tx1"/>
                </a:solidFill>
              </a:rPr>
              <a:t>Option 2 :</a:t>
            </a:r>
            <a:r>
              <a:rPr lang="en-US" dirty="0">
                <a:solidFill>
                  <a:schemeClr val="tx1"/>
                </a:solidFill>
              </a:rPr>
              <a:t> </a:t>
            </a:r>
            <a:r>
              <a:rPr lang="en-US" dirty="0" err="1" smtClean="0">
                <a:solidFill>
                  <a:schemeClr val="tx1"/>
                </a:solidFill>
              </a:rPr>
              <a:t>OutputStream</a:t>
            </a:r>
            <a:endParaRPr lang="en-US" dirty="0">
              <a:solidFill>
                <a:schemeClr val="tx1"/>
              </a:solidFill>
            </a:endParaRPr>
          </a:p>
          <a:p>
            <a:r>
              <a:rPr lang="en-US" dirty="0">
                <a:solidFill>
                  <a:schemeClr val="tx1"/>
                </a:solidFill>
              </a:rPr>
              <a:t>Question 2: Is this a valid key value pair?</a:t>
            </a:r>
          </a:p>
          <a:p>
            <a:pPr>
              <a:buFont typeface="Arial" pitchFamily="34" charset="0"/>
              <a:buNone/>
            </a:pPr>
            <a:r>
              <a:rPr lang="en-US" dirty="0">
                <a:solidFill>
                  <a:schemeClr val="tx1"/>
                </a:solidFill>
              </a:rPr>
              <a:t>	fruit apple</a:t>
            </a:r>
          </a:p>
          <a:p>
            <a:pPr lvl="1"/>
            <a:r>
              <a:rPr lang="en-US" dirty="0">
                <a:solidFill>
                  <a:schemeClr val="tx1"/>
                </a:solidFill>
              </a:rPr>
              <a:t> True/False.</a:t>
            </a:r>
          </a:p>
        </p:txBody>
      </p:sp>
    </p:spTree>
    <p:extLst>
      <p:ext uri="{BB962C8B-B14F-4D97-AF65-F5344CB8AC3E}">
        <p14:creationId xmlns:p14="http://schemas.microsoft.com/office/powerpoint/2010/main" xmlns="" val="692215593"/>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4675" name="Rectangle 3"/>
          <p:cNvSpPr>
            <a:spLocks noGrp="1"/>
          </p:cNvSpPr>
          <p:nvPr>
            <p:ph idx="1"/>
          </p:nvPr>
        </p:nvSpPr>
        <p:spPr/>
        <p:txBody>
          <a:bodyPr/>
          <a:lstStyle/>
          <a:p>
            <a:r>
              <a:rPr lang="en-US" dirty="0">
                <a:solidFill>
                  <a:schemeClr val="tx1"/>
                </a:solidFill>
              </a:rPr>
              <a:t>Question 3: If the property file contains</a:t>
            </a:r>
          </a:p>
          <a:p>
            <a:endParaRPr lang="en-US" dirty="0">
              <a:solidFill>
                <a:schemeClr val="tx1"/>
              </a:solidFill>
            </a:endParaRPr>
          </a:p>
          <a:p>
            <a:pPr>
              <a:buFont typeface="Arial" pitchFamily="34" charset="0"/>
              <a:buNone/>
            </a:pPr>
            <a:r>
              <a:rPr lang="en-US" dirty="0">
                <a:solidFill>
                  <a:schemeClr val="tx1"/>
                </a:solidFill>
              </a:rPr>
              <a:t>         </a:t>
            </a:r>
          </a:p>
          <a:p>
            <a:pPr>
              <a:buFont typeface="Arial" pitchFamily="34" charset="0"/>
              <a:buNone/>
            </a:pPr>
            <a:r>
              <a:rPr lang="en-US" dirty="0">
                <a:solidFill>
                  <a:schemeClr val="tx1"/>
                </a:solidFill>
              </a:rPr>
              <a:t>      What will be the output of </a:t>
            </a:r>
          </a:p>
          <a:p>
            <a:pPr>
              <a:buFont typeface="Arial" pitchFamily="34" charset="0"/>
              <a:buNone/>
            </a:pPr>
            <a:endParaRPr lang="en-US" dirty="0">
              <a:solidFill>
                <a:schemeClr val="tx1"/>
              </a:solidFill>
            </a:endParaRPr>
          </a:p>
          <a:p>
            <a:pPr>
              <a:buFont typeface="Arial" pitchFamily="34" charset="0"/>
              <a:buNone/>
            </a:pPr>
            <a:endParaRPr lang="en-US" dirty="0">
              <a:solidFill>
                <a:schemeClr val="tx1"/>
              </a:solidFill>
            </a:endParaRPr>
          </a:p>
          <a:p>
            <a:pPr marL="166189" lvl="1" indent="-166189">
              <a:buClr>
                <a:schemeClr val="accent5"/>
              </a:buClr>
            </a:pPr>
            <a:r>
              <a:rPr lang="en-US" sz="2200" dirty="0">
                <a:solidFill>
                  <a:schemeClr val="tx1"/>
                </a:solidFill>
              </a:rPr>
              <a:t>Where p is a properties object</a:t>
            </a:r>
          </a:p>
          <a:p>
            <a:pPr lvl="1"/>
            <a:r>
              <a:rPr lang="en-US" dirty="0">
                <a:solidFill>
                  <a:schemeClr val="tx1"/>
                </a:solidFill>
              </a:rPr>
              <a:t> </a:t>
            </a:r>
            <a:r>
              <a:rPr lang="en-US" b="1" dirty="0">
                <a:solidFill>
                  <a:schemeClr val="tx1"/>
                </a:solidFill>
              </a:rPr>
              <a:t>Option 1 :</a:t>
            </a:r>
            <a:r>
              <a:rPr lang="en-US" dirty="0">
                <a:solidFill>
                  <a:schemeClr val="tx1"/>
                </a:solidFill>
              </a:rPr>
              <a:t> apple, mango</a:t>
            </a:r>
          </a:p>
          <a:p>
            <a:pPr lvl="1"/>
            <a:r>
              <a:rPr lang="en-US" dirty="0">
                <a:solidFill>
                  <a:schemeClr val="tx1"/>
                </a:solidFill>
              </a:rPr>
              <a:t> </a:t>
            </a:r>
            <a:r>
              <a:rPr lang="en-US" b="1" dirty="0">
                <a:solidFill>
                  <a:schemeClr val="tx1"/>
                </a:solidFill>
              </a:rPr>
              <a:t>Option 2 :</a:t>
            </a:r>
            <a:r>
              <a:rPr lang="en-US" dirty="0">
                <a:solidFill>
                  <a:schemeClr val="tx1"/>
                </a:solidFill>
              </a:rPr>
              <a:t> apple,\mango</a:t>
            </a:r>
          </a:p>
          <a:p>
            <a:pPr lvl="1"/>
            <a:r>
              <a:rPr lang="en-US" b="1" dirty="0">
                <a:solidFill>
                  <a:schemeClr val="tx1"/>
                </a:solidFill>
              </a:rPr>
              <a:t> Option 3 :</a:t>
            </a:r>
            <a:r>
              <a:rPr lang="en-US" dirty="0">
                <a:solidFill>
                  <a:schemeClr val="tx1"/>
                </a:solidFill>
              </a:rPr>
              <a:t> null</a:t>
            </a:r>
          </a:p>
        </p:txBody>
      </p:sp>
      <p:sp>
        <p:nvSpPr>
          <p:cNvPr id="284674" name="Rectangle 2"/>
          <p:cNvSpPr>
            <a:spLocks noGrp="1"/>
          </p:cNvSpPr>
          <p:nvPr>
            <p:ph type="title"/>
          </p:nvPr>
        </p:nvSpPr>
        <p:spPr/>
        <p:txBody>
          <a:bodyPr>
            <a:normAutofit/>
          </a:bodyPr>
          <a:lstStyle/>
          <a:p>
            <a:r>
              <a:rPr lang="en-US" dirty="0"/>
              <a:t>Review Question</a:t>
            </a:r>
          </a:p>
        </p:txBody>
      </p:sp>
      <p:sp>
        <p:nvSpPr>
          <p:cNvPr id="284677" name="AutoShape 5"/>
          <p:cNvSpPr>
            <a:spLocks noChangeArrowheads="1"/>
          </p:cNvSpPr>
          <p:nvPr/>
        </p:nvSpPr>
        <p:spPr bwMode="auto">
          <a:xfrm>
            <a:off x="783768" y="2136324"/>
            <a:ext cx="5181600" cy="457200"/>
          </a:xfrm>
          <a:prstGeom prst="roundRect">
            <a:avLst>
              <a:gd name="adj" fmla="val 16667"/>
            </a:avLst>
          </a:prstGeom>
          <a:noFill/>
          <a:ln w="19050" algn="ctr">
            <a:solidFill>
              <a:schemeClr val="tx1"/>
            </a:solidFill>
            <a:round/>
            <a:headEnd/>
            <a:tailEnd/>
          </a:ln>
          <a:effectLst/>
        </p:spPr>
        <p:txBody>
          <a:bodyPr anchor="ctr"/>
          <a:lstStyle/>
          <a:p>
            <a:pPr algn="l">
              <a:lnSpc>
                <a:spcPct val="135000"/>
              </a:lnSpc>
            </a:pPr>
            <a:r>
              <a:rPr lang="en-US" dirty="0">
                <a:latin typeface="+mj-lt"/>
                <a:cs typeface="Arial" pitchFamily="34" charset="0"/>
              </a:rPr>
              <a:t>fruits=apple,\mango</a:t>
            </a:r>
          </a:p>
        </p:txBody>
      </p:sp>
      <p:sp>
        <p:nvSpPr>
          <p:cNvPr id="284678" name="AutoShape 6"/>
          <p:cNvSpPr>
            <a:spLocks noChangeArrowheads="1"/>
          </p:cNvSpPr>
          <p:nvPr/>
        </p:nvSpPr>
        <p:spPr bwMode="auto">
          <a:xfrm>
            <a:off x="845454" y="3148695"/>
            <a:ext cx="5181600" cy="417284"/>
          </a:xfrm>
          <a:prstGeom prst="roundRect">
            <a:avLst>
              <a:gd name="adj" fmla="val 16667"/>
            </a:avLst>
          </a:prstGeom>
          <a:noFill/>
          <a:ln w="19050" algn="ctr">
            <a:solidFill>
              <a:schemeClr val="tx1"/>
            </a:solidFill>
            <a:round/>
            <a:headEnd/>
            <a:tailEnd/>
          </a:ln>
          <a:effectLst/>
        </p:spPr>
        <p:txBody>
          <a:bodyPr anchor="ctr"/>
          <a:lstStyle/>
          <a:p>
            <a:pPr>
              <a:lnSpc>
                <a:spcPct val="135000"/>
              </a:lnSpc>
            </a:pPr>
            <a:r>
              <a:rPr lang="en-US" dirty="0" err="1">
                <a:latin typeface="+mj-lt"/>
                <a:cs typeface="Arial" pitchFamily="34" charset="0"/>
              </a:rPr>
              <a:t>System.out.println</a:t>
            </a:r>
            <a:r>
              <a:rPr lang="en-US" dirty="0">
                <a:latin typeface="+mj-lt"/>
                <a:cs typeface="Arial" pitchFamily="34" charset="0"/>
              </a:rPr>
              <a:t>(</a:t>
            </a:r>
            <a:r>
              <a:rPr lang="en-US" dirty="0" err="1">
                <a:latin typeface="+mj-lt"/>
                <a:cs typeface="Arial" pitchFamily="34" charset="0"/>
              </a:rPr>
              <a:t>p.getProperty</a:t>
            </a:r>
            <a:r>
              <a:rPr lang="en-US" dirty="0">
                <a:latin typeface="+mj-lt"/>
                <a:cs typeface="Arial" pitchFamily="34" charset="0"/>
              </a:rPr>
              <a:t>("fruits"));</a:t>
            </a:r>
          </a:p>
        </p:txBody>
      </p:sp>
    </p:spTree>
    <p:extLst>
      <p:ext uri="{BB962C8B-B14F-4D97-AF65-F5344CB8AC3E}">
        <p14:creationId xmlns:p14="http://schemas.microsoft.com/office/powerpoint/2010/main" xmlns="" val="3309550522"/>
      </p:ext>
    </p:extLst>
  </p:cSld>
  <p:clrMapOvr>
    <a:masterClrMapping/>
  </p:clrMapOvr>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pu8VTg_P6rkuq_fbZG2oYXw"/>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pPHldxlhBv0miWYXN6H8BTQ"/>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pxzY4oecJCE2aPB.u6loWPw"/>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phk.3W3rhiEqWtBDEsi7Xgw"/>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pzTl75Tp2nEy_4PpazGLtVA"/>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p8_pk8PYzpk.FktMHhDaTFw"/>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prciOYA.RlUiY0_0bhJg.jg"/>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pNl9qzkNXSk2ij_NoCuEf2A"/>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p8jhdt9jI2kmDW3acO87diQ"/>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p8jhdt9jI2kmDW3acO87diQ"/>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p8jhdt9jI2kmDW3acO87diQ"/>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p8jhdt9jI2kmDW3acO87diQ"/>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p8jhdt9jI2kmDW3acO87diQ"/>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p8jhdt9jI2kmDW3acO87diQ"/>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p8jhdt9jI2kmDW3acO87diQ"/>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ptIjPmYduDEihDAvnsmSINQ"/>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pMCiS0.yx0EOD8F1j3NQrHQ"/>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pzz079BM2o06hslZIU5JQRQ"/>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pb7lR2ZPdT0GiqzvYZsxoow"/>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pDDnGmnlJWUybweSHRV5zMg"/>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pgQ5iGtRqU02KNLCmPGzp4A"/>
</p:tagLst>
</file>

<file path=ppt/tags/tag2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8.xml><?xml version="1.0" encoding="utf-8"?>
<p:tagLst xmlns:a="http://schemas.openxmlformats.org/drawingml/2006/main" xmlns:r="http://schemas.openxmlformats.org/officeDocument/2006/relationships" xmlns:p="http://schemas.openxmlformats.org/presentationml/2006/main">
  <p:tag name="THINKCELLSHAPEDONOTDELETE" val="pDc8wFtNDQEWdRtOXF1QyRg"/>
</p:tagLst>
</file>

<file path=ppt/tags/tag29.xml><?xml version="1.0" encoding="utf-8"?>
<p:tagLst xmlns:a="http://schemas.openxmlformats.org/drawingml/2006/main" xmlns:r="http://schemas.openxmlformats.org/officeDocument/2006/relationships" xmlns:p="http://schemas.openxmlformats.org/presentationml/2006/main">
  <p:tag name="THINKCELLSHAPEDONOTDELETE" val="pMtFIJDhqukmiZrrs7RIxOQ"/>
</p:tagLst>
</file>

<file path=ppt/tags/tag30.xml><?xml version="1.0" encoding="utf-8"?>
<p:tagLst xmlns:a="http://schemas.openxmlformats.org/drawingml/2006/main" xmlns:r="http://schemas.openxmlformats.org/officeDocument/2006/relationships" xmlns:p="http://schemas.openxmlformats.org/presentationml/2006/main">
  <p:tag name="THINKCELLSHAPEDONOTDELETE" val="pBBk8lAE_1EizYsNCWPJyzQ"/>
</p:tagLst>
</file>

<file path=ppt/tags/tag31.xml><?xml version="1.0" encoding="utf-8"?>
<p:tagLst xmlns:a="http://schemas.openxmlformats.org/drawingml/2006/main" xmlns:r="http://schemas.openxmlformats.org/officeDocument/2006/relationships" xmlns:p="http://schemas.openxmlformats.org/presentationml/2006/main">
  <p:tag name="THINKCELLSHAPEDONOTDELETE" val="pLSf6F_6IvUOzE1MWebP3wg"/>
</p:tagLst>
</file>

<file path=ppt/tags/tag32.xml><?xml version="1.0" encoding="utf-8"?>
<p:tagLst xmlns:a="http://schemas.openxmlformats.org/drawingml/2006/main" xmlns:r="http://schemas.openxmlformats.org/officeDocument/2006/relationships" xmlns:p="http://schemas.openxmlformats.org/presentationml/2006/main">
  <p:tag name="THINKCELLSHAPEDONOTDELETE" val="plIkCAESggUqrdbLfjv5zDQ"/>
</p:tagLst>
</file>

<file path=ppt/tags/tag33.xml><?xml version="1.0" encoding="utf-8"?>
<p:tagLst xmlns:a="http://schemas.openxmlformats.org/drawingml/2006/main" xmlns:r="http://schemas.openxmlformats.org/officeDocument/2006/relationships" xmlns:p="http://schemas.openxmlformats.org/presentationml/2006/main">
  <p:tag name="THINKCELLSHAPEDONOTDELETE" val="p8jhdt9jI2kmDW3acO87diQ"/>
</p:tagLst>
</file>

<file path=ppt/tags/tag3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5.xml><?xml version="1.0" encoding="utf-8"?>
<p:tagLst xmlns:a="http://schemas.openxmlformats.org/drawingml/2006/main" xmlns:r="http://schemas.openxmlformats.org/officeDocument/2006/relationships" xmlns:p="http://schemas.openxmlformats.org/presentationml/2006/main">
  <p:tag name="THINKCELLSHAPEDONOTDELETE" val="pwYnDl6hGIEiK2JQntAZnxg"/>
</p:tagLst>
</file>

<file path=ppt/tags/tag3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2_Corporate Presentation Template (4x3 - Normal)">
  <a:themeElements>
    <a:clrScheme name="Capgemini">
      <a:dk1>
        <a:srgbClr val="00264A"/>
      </a:dk1>
      <a:lt1>
        <a:sysClr val="window" lastClr="FFFFFF"/>
      </a:lt1>
      <a:dk2>
        <a:srgbClr val="9F958F"/>
      </a:dk2>
      <a:lt2>
        <a:srgbClr val="909090"/>
      </a:lt2>
      <a:accent1>
        <a:srgbClr val="F9BE01"/>
      </a:accent1>
      <a:accent2>
        <a:srgbClr val="ED771A"/>
      </a:accent2>
      <a:accent3>
        <a:srgbClr val="B70132"/>
      </a:accent3>
      <a:accent4>
        <a:srgbClr val="691E7C"/>
      </a:accent4>
      <a:accent5>
        <a:srgbClr val="0098CC"/>
      </a:accent5>
      <a:accent6>
        <a:srgbClr val="BDBD00"/>
      </a:accent6>
      <a:hlink>
        <a:srgbClr val="7DAFA5"/>
      </a:hlink>
      <a:folHlink>
        <a:srgbClr val="BA0065"/>
      </a:folHlink>
    </a:clrScheme>
    <a:fontScheme name="Capgemini">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a:solidFill>
            <a:schemeClr val="tx2"/>
          </a:solidFill>
        </a:ln>
      </a:spPr>
      <a:bodyPr rtlCol="0" anchor="ctr"/>
      <a:lstStyle>
        <a:defPPr algn="ctr">
          <a:defRPr sz="2400" dirty="0" err="1" smtClean="0">
            <a:solidFill>
              <a:schemeClr val="tx2">
                <a:lumMod val="50000"/>
              </a:schemeClr>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2"/>
          </a:solidFill>
          <a:prstDash val="solid"/>
        </a:ln>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spAutoFit/>
      </a:bodyPr>
      <a:lstStyle>
        <a:defPPr>
          <a:defRPr sz="1400" dirty="0" err="1" smtClean="0">
            <a:solidFill>
              <a:schemeClr val="tx2">
                <a:lumMod val="50000"/>
              </a:schemeClr>
            </a:solidFill>
          </a:defRPr>
        </a:defPPr>
      </a:lstStyle>
    </a:tx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Version xmlns="http://schemas.microsoft.com/sharepoint/v3/fields" xsi:nil="true"/>
    <_DCDateModified xmlns="http://schemas.microsoft.com/sharepoint/v3/fields" xsi:nil="true"/>
    <Material_x0020_Type xmlns="26bed2a0-a239-4228-bd8e-b46f54fc12da">Class book</Material_x0020_Type>
    <Category xmlns="26bed2a0-a239-4228-bd8e-b46f54fc12da">Module Artifact</Category>
    <Level xmlns="26bed2a0-a239-4228-bd8e-b46f54fc12da">L1</Level>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064F797F9BD2124B9B89E1787624A7F8" ma:contentTypeVersion="12" ma:contentTypeDescription="Create a new document." ma:contentTypeScope="" ma:versionID="db045e7d1992db9cfc8b663ee4dda2d2">
  <xsd:schema xmlns:xsd="http://www.w3.org/2001/XMLSchema" xmlns:xs="http://www.w3.org/2001/XMLSchema" xmlns:p="http://schemas.microsoft.com/office/2006/metadata/properties" xmlns:ns2="http://schemas.microsoft.com/sharepoint/v3/fields" xmlns:ns3="26bed2a0-a239-4228-bd8e-b46f54fc12da" targetNamespace="http://schemas.microsoft.com/office/2006/metadata/properties" ma:root="true" ma:fieldsID="a2bd43f3c01a0467341ff5ba4dd99e21" ns2:_="" ns3:_="">
    <xsd:import namespace="http://schemas.microsoft.com/sharepoint/v3/fields"/>
    <xsd:import namespace="26bed2a0-a239-4228-bd8e-b46f54fc12da"/>
    <xsd:element name="properties">
      <xsd:complexType>
        <xsd:sequence>
          <xsd:element name="documentManagement">
            <xsd:complexType>
              <xsd:all>
                <xsd:element ref="ns2:_Version" minOccurs="0"/>
                <xsd:element ref="ns3:Level"/>
                <xsd:element ref="ns3:Category"/>
                <xsd:element ref="ns2:_DCDateModified" minOccurs="0"/>
                <xsd:element ref="ns3:Material_x0020_Type"/>
                <xsd:element ref="ns3:MediaServiceMetadata" minOccurs="0"/>
                <xsd:element ref="ns3:MediaServiceFastMetadata" minOccurs="0"/>
                <xsd:element ref="ns3:MediaServiceDateTaken" minOccurs="0"/>
                <xsd:element ref="ns3:MediaServiceAutoKeyPoints" minOccurs="0"/>
                <xsd:element ref="ns3: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fields" elementFormDefault="qualified">
    <xsd:import namespace="http://schemas.microsoft.com/office/2006/documentManagement/types"/>
    <xsd:import namespace="http://schemas.microsoft.com/office/infopath/2007/PartnerControls"/>
    <xsd:element name="_Version" ma:index="8" nillable="true" ma:displayName="Version" ma:internalName="_Version">
      <xsd:simpleType>
        <xsd:restriction base="dms:Text"/>
      </xsd:simpleType>
    </xsd:element>
    <xsd:element name="_DCDateModified" ma:index="11" nillable="true" ma:displayName="Date Modified" ma:description="The date on which this resource was last modified" ma:format="DateTime" ma:internalName="_DCDateModified">
      <xsd:simpleType>
        <xsd:restriction base="dms:DateTime"/>
      </xsd:simpleType>
    </xsd:element>
  </xsd:schema>
  <xsd:schema xmlns:xsd="http://www.w3.org/2001/XMLSchema" xmlns:xs="http://www.w3.org/2001/XMLSchema" xmlns:dms="http://schemas.microsoft.com/office/2006/documentManagement/types" xmlns:pc="http://schemas.microsoft.com/office/infopath/2007/PartnerControls" targetNamespace="26bed2a0-a239-4228-bd8e-b46f54fc12da" elementFormDefault="qualified">
    <xsd:import namespace="http://schemas.microsoft.com/office/2006/documentManagement/types"/>
    <xsd:import namespace="http://schemas.microsoft.com/office/infopath/2007/PartnerControls"/>
    <xsd:element name="Level" ma:index="9" ma:displayName="Level" ma:format="Dropdown" ma:internalName="Level">
      <xsd:simpleType>
        <xsd:restriction base="dms:Choice">
          <xsd:enumeration value="L1"/>
          <xsd:enumeration value="L2"/>
          <xsd:enumeration value="L3"/>
          <xsd:enumeration value="L4"/>
          <xsd:enumeration value="Common"/>
        </xsd:restriction>
      </xsd:simpleType>
    </xsd:element>
    <xsd:element name="Category" ma:index="10" ma:displayName="Category" ma:default="Module Artifact" ma:format="Dropdown" ma:internalName="Category">
      <xsd:simpleType>
        <xsd:restriction base="dms:Choice">
          <xsd:enumeration value="Module Artifact"/>
          <xsd:enumeration value="Assessment Component"/>
        </xsd:restriction>
      </xsd:simpleType>
    </xsd:element>
    <xsd:element name="Material_x0020_Type" ma:index="12" ma:displayName="Material Type" ma:default="Class book" ma:format="Dropdown" ma:internalName="Material_x0020_Type">
      <xsd:simpleType>
        <xsd:restriction base="dms:Choice">
          <xsd:enumeration value="Demos"/>
          <xsd:enumeration value="Extra Example"/>
          <xsd:enumeration value="Extra Material"/>
          <xsd:enumeration value="Suggestions"/>
          <xsd:enumeration value="General"/>
          <xsd:enumeration value="Module Test Practical"/>
          <xsd:enumeration value="Module Test Theory"/>
          <xsd:enumeration value="Quiz"/>
          <xsd:enumeration value="Class book"/>
          <xsd:enumeration value="Lab book"/>
          <xsd:enumeration value="Recordings"/>
        </xsd:restriction>
      </xsd:simpleType>
    </xsd:element>
    <xsd:element name="MediaServiceMetadata" ma:index="13" nillable="true" ma:displayName="MediaServiceMetadata" ma:hidden="true" ma:internalName="MediaServiceMetadata" ma:readOnly="true">
      <xsd:simpleType>
        <xsd:restriction base="dms:Note"/>
      </xsd:simpleType>
    </xsd:element>
    <xsd:element name="MediaServiceFastMetadata" ma:index="14" nillable="true" ma:displayName="MediaServiceFastMetadata" ma:hidden="true" ma:internalName="MediaServiceFastMetadata" ma:readOnly="true">
      <xsd:simpleType>
        <xsd:restriction base="dms:Note"/>
      </xsd:simpleType>
    </xsd:element>
    <xsd:element name="MediaServiceDateTaken" ma:index="15" nillable="true" ma:displayName="MediaServiceDateTaken" ma:hidden="true" ma:internalName="MediaServiceDateTaken"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1B673CDC-8BE6-4391-ABD9-A817C61AB8C9}">
  <ds:schemaRefs>
    <ds:schemaRef ds:uri="http://schemas.microsoft.com/sharepoint/v3/contenttype/forms"/>
  </ds:schemaRefs>
</ds:datastoreItem>
</file>

<file path=customXml/itemProps2.xml><?xml version="1.0" encoding="utf-8"?>
<ds:datastoreItem xmlns:ds="http://schemas.openxmlformats.org/officeDocument/2006/customXml" ds:itemID="{7C1830C8-F522-4AF4-83DD-915E4EE23EB4}">
  <ds:schemaRefs>
    <ds:schemaRef ds:uri="http://schemas.microsoft.com/office/2006/metadata/properties"/>
    <ds:schemaRef ds:uri="http://schemas.microsoft.com/office/infopath/2007/PartnerControls"/>
    <ds:schemaRef ds:uri="http://schemas.microsoft.com/sharepoint/v3/fields"/>
    <ds:schemaRef ds:uri="26bed2a0-a239-4228-bd8e-b46f54fc12da"/>
  </ds:schemaRefs>
</ds:datastoreItem>
</file>

<file path=customXml/itemProps3.xml><?xml version="1.0" encoding="utf-8"?>
<ds:datastoreItem xmlns:ds="http://schemas.openxmlformats.org/officeDocument/2006/customXml" ds:itemID="{90F5C9E3-CDB0-4209-95A5-A14ED0AE8C7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fields"/>
    <ds:schemaRef ds:uri="26bed2a0-a239-4228-bd8e-b46f54fc12da"/>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
  <TotalTime>3454</TotalTime>
  <Words>941</Words>
  <Application>Microsoft Office PowerPoint</Application>
  <PresentationFormat>On-screen Show (4:3)</PresentationFormat>
  <Paragraphs>165</Paragraphs>
  <Slides>13</Slides>
  <Notes>13</Notes>
  <HiddenSlides>0</HiddenSlides>
  <MMClips>0</MMClips>
  <ScaleCrop>false</ScaleCrop>
  <HeadingPairs>
    <vt:vector size="6" baseType="variant">
      <vt:variant>
        <vt:lpstr>Theme</vt:lpstr>
      </vt:variant>
      <vt:variant>
        <vt:i4>1</vt:i4>
      </vt:variant>
      <vt:variant>
        <vt:lpstr>Embedded OLE Servers</vt:lpstr>
      </vt:variant>
      <vt:variant>
        <vt:i4>1</vt:i4>
      </vt:variant>
      <vt:variant>
        <vt:lpstr>Slide Titles</vt:lpstr>
      </vt:variant>
      <vt:variant>
        <vt:i4>13</vt:i4>
      </vt:variant>
    </vt:vector>
  </HeadingPairs>
  <TitlesOfParts>
    <vt:vector size="15" baseType="lpstr">
      <vt:lpstr>2_Corporate Presentation Template (4x3 - Normal)</vt:lpstr>
      <vt:lpstr>think-cell Slide</vt:lpstr>
      <vt:lpstr>Core Java 8 and Development Tools</vt:lpstr>
      <vt:lpstr>Lesson Objectives</vt:lpstr>
      <vt:lpstr>15.1:  What are Property Files?   Property Files</vt:lpstr>
      <vt:lpstr>15.2:  Types of Property files   Categories of Property Files</vt:lpstr>
      <vt:lpstr>15.3:  User defined Properties   The java.util.Property Class</vt:lpstr>
      <vt:lpstr>15.3: user defined Properties   Setting Properties</vt:lpstr>
      <vt:lpstr>15.3: User defined Properties Getting Property Information</vt:lpstr>
      <vt:lpstr>15.3: Demo: User defined Properties Demo: User Specific Properties</vt:lpstr>
      <vt:lpstr>15.3: Demo: User defined Properties Demo: User Specific Properties</vt:lpstr>
      <vt:lpstr>15.3: Demo: User defined Properties Demo : Concept of properties</vt:lpstr>
      <vt:lpstr>Summary</vt:lpstr>
      <vt:lpstr>Review Question</vt:lpstr>
      <vt:lpstr>Review Question</vt:lpstr>
    </vt:vector>
  </TitlesOfParts>
  <Company>Hewlett-Packard Company</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ClassBook-LessonXX-Template IGATE</dc:title>
  <dc:creator>iGATE</dc:creator>
  <cp:lastModifiedBy>Dell</cp:lastModifiedBy>
  <cp:revision>246</cp:revision>
  <cp:lastPrinted>2016-07-13T12:20:27Z</cp:lastPrinted>
  <dcterms:created xsi:type="dcterms:W3CDTF">2012-05-18T02:59:15Z</dcterms:created>
  <dcterms:modified xsi:type="dcterms:W3CDTF">2022-09-20T07:16:22Z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TemplateUrl">
    <vt:lpwstr/>
  </property>
  <property fmtid="{D5CDD505-2E9C-101B-9397-08002B2CF9AE}" pid="3" name="ContentTypeId">
    <vt:lpwstr>0x010100064F797F9BD2124B9B89E1787624A7F8</vt:lpwstr>
  </property>
  <property fmtid="{D5CDD505-2E9C-101B-9397-08002B2CF9AE}" pid="4" name="_SourceUrl">
    <vt:lpwstr/>
  </property>
</Properties>
</file>